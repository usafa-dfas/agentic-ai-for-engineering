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3716000" cy="10287000"/>
  <p:notesSz cx="1028700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8CC815-8953-4E7D-B09D-62C1EF12F69D}" v="1" dt="2026-10-05T18:52:41.0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160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AW/ESAS" userId="768bfb95-c272-4014-8fa2-010c15306053" providerId="ADAL" clId="{E18DAD13-4A53-44B8-9F3F-46E167733190}"/>
    <pc:docChg chg="undo custSel modSld">
      <pc:chgData name="Harris, Wyatt J Lt Col USAF USAFA AW/ESAS" userId="768bfb95-c272-4014-8fa2-010c15306053" providerId="ADAL" clId="{E18DAD13-4A53-44B8-9F3F-46E167733190}" dt="2026-10-05T18:52:56.941" v="161" actId="1076"/>
      <pc:docMkLst>
        <pc:docMk/>
      </pc:docMkLst>
      <pc:sldChg chg="modSp">
        <pc:chgData name="Harris, Wyatt J Lt Col USAF USAFA AW/ESAS" userId="768bfb95-c272-4014-8fa2-010c15306053" providerId="ADAL" clId="{E18DAD13-4A53-44B8-9F3F-46E167733190}" dt="2026-09-30T19:04:00.531" v="0"/>
        <pc:sldMkLst>
          <pc:docMk/>
          <pc:sldMk cId="0" sldId="256"/>
        </pc:sldMkLst>
        <pc:picChg chg="mod">
          <ac:chgData name="Harris, Wyatt J Lt Col USAF USAFA AW/ESAS" userId="768bfb95-c272-4014-8fa2-010c15306053" providerId="ADAL" clId="{E18DAD13-4A53-44B8-9F3F-46E167733190}" dt="2026-09-30T19:04:00.531" v="0"/>
          <ac:picMkLst>
            <pc:docMk/>
            <pc:sldMk cId="0" sldId="256"/>
            <ac:picMk id="3" creationId="{00000000-0000-0000-0000-000000000000}"/>
          </ac:picMkLst>
        </pc:picChg>
      </pc:sldChg>
      <pc:sldChg chg="addSp delSp mod">
        <pc:chgData name="Harris, Wyatt J Lt Col USAF USAFA AW/ESAS" userId="768bfb95-c272-4014-8fa2-010c15306053" providerId="ADAL" clId="{E18DAD13-4A53-44B8-9F3F-46E167733190}" dt="2026-09-30T19:04:05.614" v="33" actId="22"/>
        <pc:sldMkLst>
          <pc:docMk/>
          <pc:sldMk cId="0" sldId="257"/>
        </pc:sldMkLst>
        <pc:picChg chg="add">
          <ac:chgData name="Harris, Wyatt J Lt Col USAF USAFA AW/ESAS" userId="768bfb95-c272-4014-8fa2-010c15306053" providerId="ADAL" clId="{E18DAD13-4A53-44B8-9F3F-46E167733190}" dt="2026-09-30T19:04:05.614" v="33" actId="22"/>
          <ac:picMkLst>
            <pc:docMk/>
            <pc:sldMk cId="0" sldId="257"/>
            <ac:picMk id="36" creationId="{AB245929-30C7-AD8B-B7EE-F84D182CD66E}"/>
          </ac:picMkLst>
        </pc:picChg>
      </pc:sldChg>
      <pc:sldChg chg="addSp delSp modSp mod">
        <pc:chgData name="Harris, Wyatt J Lt Col USAF USAFA AW/ESAS" userId="768bfb95-c272-4014-8fa2-010c15306053" providerId="ADAL" clId="{E18DAD13-4A53-44B8-9F3F-46E167733190}" dt="2026-09-30T19:04:16.890" v="37" actId="1036"/>
        <pc:sldMkLst>
          <pc:docMk/>
          <pc:sldMk cId="0" sldId="258"/>
        </pc:sldMkLst>
        <pc:picChg chg="add mod">
          <ac:chgData name="Harris, Wyatt J Lt Col USAF USAFA AW/ESAS" userId="768bfb95-c272-4014-8fa2-010c15306053" providerId="ADAL" clId="{E18DAD13-4A53-44B8-9F3F-46E167733190}" dt="2026-09-30T19:04:16.890" v="37" actId="1036"/>
          <ac:picMkLst>
            <pc:docMk/>
            <pc:sldMk cId="0" sldId="258"/>
            <ac:picMk id="59" creationId="{6D4B3835-9AD5-3D94-1FA1-8EFB67D1DE43}"/>
          </ac:picMkLst>
        </pc:picChg>
      </pc:sldChg>
      <pc:sldChg chg="addSp delSp modSp mod">
        <pc:chgData name="Harris, Wyatt J Lt Col USAF USAFA AW/ESAS" userId="768bfb95-c272-4014-8fa2-010c15306053" providerId="ADAL" clId="{E18DAD13-4A53-44B8-9F3F-46E167733190}" dt="2026-09-30T20:20:39.296" v="70" actId="1076"/>
        <pc:sldMkLst>
          <pc:docMk/>
          <pc:sldMk cId="0" sldId="259"/>
        </pc:sldMkLst>
        <pc:spChg chg="mod">
          <ac:chgData name="Harris, Wyatt J Lt Col USAF USAFA AW/ESAS" userId="768bfb95-c272-4014-8fa2-010c15306053" providerId="ADAL" clId="{E18DAD13-4A53-44B8-9F3F-46E167733190}" dt="2026-09-30T19:04:00.615" v="1" actId="27636"/>
          <ac:spMkLst>
            <pc:docMk/>
            <pc:sldMk cId="0" sldId="259"/>
            <ac:spMk id="20" creationId="{00000000-0000-0000-0000-000000000000}"/>
          </ac:spMkLst>
        </pc:spChg>
        <pc:spChg chg="mod">
          <ac:chgData name="Harris, Wyatt J Lt Col USAF USAFA AW/ESAS" userId="768bfb95-c272-4014-8fa2-010c15306053" providerId="ADAL" clId="{E18DAD13-4A53-44B8-9F3F-46E167733190}" dt="2026-09-30T20:20:39.296" v="70" actId="1076"/>
          <ac:spMkLst>
            <pc:docMk/>
            <pc:sldMk cId="0" sldId="259"/>
            <ac:spMk id="24" creationId="{00000000-0000-0000-0000-000000000000}"/>
          </ac:spMkLst>
        </pc:spChg>
        <pc:spChg chg="mod">
          <ac:chgData name="Harris, Wyatt J Lt Col USAF USAFA AW/ESAS" userId="768bfb95-c272-4014-8fa2-010c15306053" providerId="ADAL" clId="{E18DAD13-4A53-44B8-9F3F-46E167733190}" dt="2026-09-30T19:04:00.627" v="2" actId="27636"/>
          <ac:spMkLst>
            <pc:docMk/>
            <pc:sldMk cId="0" sldId="259"/>
            <ac:spMk id="25" creationId="{00000000-0000-0000-0000-000000000000}"/>
          </ac:spMkLst>
        </pc:spChg>
        <pc:picChg chg="add">
          <ac:chgData name="Harris, Wyatt J Lt Col USAF USAFA AW/ESAS" userId="768bfb95-c272-4014-8fa2-010c15306053" providerId="ADAL" clId="{E18DAD13-4A53-44B8-9F3F-46E167733190}" dt="2026-09-30T19:04:19.907" v="39" actId="22"/>
          <ac:picMkLst>
            <pc:docMk/>
            <pc:sldMk cId="0" sldId="259"/>
            <ac:picMk id="81" creationId="{A529E6E4-E6F5-15C5-A57C-F1D6B9749ABF}"/>
          </ac:picMkLst>
        </pc:picChg>
      </pc:sldChg>
      <pc:sldChg chg="addSp delSp modSp mod">
        <pc:chgData name="Harris, Wyatt J Lt Col USAF USAFA AW/ESAS" userId="768bfb95-c272-4014-8fa2-010c15306053" providerId="ADAL" clId="{E18DAD13-4A53-44B8-9F3F-46E167733190}" dt="2026-10-05T18:52:56.941" v="161" actId="1076"/>
        <pc:sldMkLst>
          <pc:docMk/>
          <pc:sldMk cId="0" sldId="260"/>
        </pc:sldMkLst>
        <pc:spChg chg="mod">
          <ac:chgData name="Harris, Wyatt J Lt Col USAF USAFA AW/ESAS" userId="768bfb95-c272-4014-8fa2-010c15306053" providerId="ADAL" clId="{E18DAD13-4A53-44B8-9F3F-46E167733190}" dt="2026-10-05T18:52:11.250" v="155" actId="1036"/>
          <ac:spMkLst>
            <pc:docMk/>
            <pc:sldMk cId="0" sldId="260"/>
            <ac:spMk id="22" creationId="{00000000-0000-0000-0000-000000000000}"/>
          </ac:spMkLst>
        </pc:spChg>
        <pc:spChg chg="mod">
          <ac:chgData name="Harris, Wyatt J Lt Col USAF USAFA AW/ESAS" userId="768bfb95-c272-4014-8fa2-010c15306053" providerId="ADAL" clId="{E18DAD13-4A53-44B8-9F3F-46E167733190}" dt="2026-10-05T18:52:11.250" v="155" actId="1036"/>
          <ac:spMkLst>
            <pc:docMk/>
            <pc:sldMk cId="0" sldId="260"/>
            <ac:spMk id="26" creationId="{00000000-0000-0000-0000-000000000000}"/>
          </ac:spMkLst>
        </pc:spChg>
        <pc:spChg chg="mod">
          <ac:chgData name="Harris, Wyatt J Lt Col USAF USAFA AW/ESAS" userId="768bfb95-c272-4014-8fa2-010c15306053" providerId="ADAL" clId="{E18DAD13-4A53-44B8-9F3F-46E167733190}" dt="2026-10-05T18:52:11.250" v="155" actId="1036"/>
          <ac:spMkLst>
            <pc:docMk/>
            <pc:sldMk cId="0" sldId="260"/>
            <ac:spMk id="27" creationId="{00000000-0000-0000-0000-000000000000}"/>
          </ac:spMkLst>
        </pc:spChg>
        <pc:spChg chg="mod">
          <ac:chgData name="Harris, Wyatt J Lt Col USAF USAFA AW/ESAS" userId="768bfb95-c272-4014-8fa2-010c15306053" providerId="ADAL" clId="{E18DAD13-4A53-44B8-9F3F-46E167733190}" dt="2026-10-05T18:52:11.250" v="155" actId="1036"/>
          <ac:spMkLst>
            <pc:docMk/>
            <pc:sldMk cId="0" sldId="260"/>
            <ac:spMk id="32" creationId="{00000000-0000-0000-0000-000000000000}"/>
          </ac:spMkLst>
        </pc:spChg>
        <pc:spChg chg="mod">
          <ac:chgData name="Harris, Wyatt J Lt Col USAF USAFA AW/ESAS" userId="768bfb95-c272-4014-8fa2-010c15306053" providerId="ADAL" clId="{E18DAD13-4A53-44B8-9F3F-46E167733190}" dt="2026-10-05T18:52:11.250" v="155" actId="1036"/>
          <ac:spMkLst>
            <pc:docMk/>
            <pc:sldMk cId="0" sldId="260"/>
            <ac:spMk id="33" creationId="{00000000-0000-0000-0000-000000000000}"/>
          </ac:spMkLst>
        </pc:spChg>
        <pc:spChg chg="mod">
          <ac:chgData name="Harris, Wyatt J Lt Col USAF USAFA AW/ESAS" userId="768bfb95-c272-4014-8fa2-010c15306053" providerId="ADAL" clId="{E18DAD13-4A53-44B8-9F3F-46E167733190}" dt="2026-10-05T18:52:11.250" v="155" actId="1036"/>
          <ac:spMkLst>
            <pc:docMk/>
            <pc:sldMk cId="0" sldId="260"/>
            <ac:spMk id="37" creationId="{00000000-0000-0000-0000-000000000000}"/>
          </ac:spMkLst>
        </pc:spChg>
        <pc:spChg chg="mod">
          <ac:chgData name="Harris, Wyatt J Lt Col USAF USAFA AW/ESAS" userId="768bfb95-c272-4014-8fa2-010c15306053" providerId="ADAL" clId="{E18DAD13-4A53-44B8-9F3F-46E167733190}" dt="2026-10-05T18:52:11.250" v="155" actId="1036"/>
          <ac:spMkLst>
            <pc:docMk/>
            <pc:sldMk cId="0" sldId="260"/>
            <ac:spMk id="41" creationId="{00000000-0000-0000-0000-000000000000}"/>
          </ac:spMkLst>
        </pc:spChg>
        <pc:spChg chg="mod">
          <ac:chgData name="Harris, Wyatt J Lt Col USAF USAFA AW/ESAS" userId="768bfb95-c272-4014-8fa2-010c15306053" providerId="ADAL" clId="{E18DAD13-4A53-44B8-9F3F-46E167733190}" dt="2026-10-05T18:52:11.250" v="155" actId="1036"/>
          <ac:spMkLst>
            <pc:docMk/>
            <pc:sldMk cId="0" sldId="260"/>
            <ac:spMk id="47" creationId="{00000000-0000-0000-0000-000000000000}"/>
          </ac:spMkLst>
        </pc:spChg>
        <pc:spChg chg="mod">
          <ac:chgData name="Harris, Wyatt J Lt Col USAF USAFA AW/ESAS" userId="768bfb95-c272-4014-8fa2-010c15306053" providerId="ADAL" clId="{E18DAD13-4A53-44B8-9F3F-46E167733190}" dt="2026-10-05T18:52:11.250" v="155" actId="1036"/>
          <ac:spMkLst>
            <pc:docMk/>
            <pc:sldMk cId="0" sldId="260"/>
            <ac:spMk id="49" creationId="{00000000-0000-0000-0000-000000000000}"/>
          </ac:spMkLst>
        </pc:spChg>
        <pc:spChg chg="mod">
          <ac:chgData name="Harris, Wyatt J Lt Col USAF USAFA AW/ESAS" userId="768bfb95-c272-4014-8fa2-010c15306053" providerId="ADAL" clId="{E18DAD13-4A53-44B8-9F3F-46E167733190}" dt="2026-10-05T18:52:11.250" v="155" actId="1036"/>
          <ac:spMkLst>
            <pc:docMk/>
            <pc:sldMk cId="0" sldId="260"/>
            <ac:spMk id="50" creationId="{00000000-0000-0000-0000-000000000000}"/>
          </ac:spMkLst>
        </pc:spChg>
        <pc:picChg chg="add mod">
          <ac:chgData name="Harris, Wyatt J Lt Col USAF USAFA AW/ESAS" userId="768bfb95-c272-4014-8fa2-010c15306053" providerId="ADAL" clId="{E18DAD13-4A53-44B8-9F3F-46E167733190}" dt="2026-10-05T18:52:56.941" v="161" actId="1076"/>
          <ac:picMkLst>
            <pc:docMk/>
            <pc:sldMk cId="0" sldId="260"/>
            <ac:picMk id="3" creationId="{01A0C725-EA4F-9DBA-842E-31E0F3029848}"/>
          </ac:picMkLst>
        </pc:picChg>
        <pc:picChg chg="add">
          <ac:chgData name="Harris, Wyatt J Lt Col USAF USAFA AW/ESAS" userId="768bfb95-c272-4014-8fa2-010c15306053" providerId="ADAL" clId="{E18DAD13-4A53-44B8-9F3F-46E167733190}" dt="2026-09-30T19:04:23.571" v="41" actId="22"/>
          <ac:picMkLst>
            <pc:docMk/>
            <pc:sldMk cId="0" sldId="260"/>
            <ac:picMk id="56" creationId="{5F23FC9F-94F6-65EE-E12B-A6C47FB1EB2B}"/>
          </ac:picMkLst>
        </pc:picChg>
      </pc:sldChg>
      <pc:sldChg chg="addSp delSp mod">
        <pc:chgData name="Harris, Wyatt J Lt Col USAF USAFA AW/ESAS" userId="768bfb95-c272-4014-8fa2-010c15306053" providerId="ADAL" clId="{E18DAD13-4A53-44B8-9F3F-46E167733190}" dt="2026-09-30T19:04:26.086" v="43" actId="22"/>
        <pc:sldMkLst>
          <pc:docMk/>
          <pc:sldMk cId="0" sldId="261"/>
        </pc:sldMkLst>
        <pc:picChg chg="add">
          <ac:chgData name="Harris, Wyatt J Lt Col USAF USAFA AW/ESAS" userId="768bfb95-c272-4014-8fa2-010c15306053" providerId="ADAL" clId="{E18DAD13-4A53-44B8-9F3F-46E167733190}" dt="2026-09-30T19:04:26.086" v="43" actId="22"/>
          <ac:picMkLst>
            <pc:docMk/>
            <pc:sldMk cId="0" sldId="261"/>
            <ac:picMk id="59" creationId="{048723B8-26BA-7E55-B78F-B9457C11EF90}"/>
          </ac:picMkLst>
        </pc:picChg>
      </pc:sldChg>
      <pc:sldChg chg="addSp delSp modSp mod">
        <pc:chgData name="Harris, Wyatt J Lt Col USAF USAFA AW/ESAS" userId="768bfb95-c272-4014-8fa2-010c15306053" providerId="ADAL" clId="{E18DAD13-4A53-44B8-9F3F-46E167733190}" dt="2026-09-30T19:04:30.085" v="45" actId="22"/>
        <pc:sldMkLst>
          <pc:docMk/>
          <pc:sldMk cId="0" sldId="262"/>
        </pc:sldMkLst>
        <pc:spChg chg="mod">
          <ac:chgData name="Harris, Wyatt J Lt Col USAF USAFA AW/ESAS" userId="768bfb95-c272-4014-8fa2-010c15306053" providerId="ADAL" clId="{E18DAD13-4A53-44B8-9F3F-46E167733190}" dt="2026-09-30T19:04:00.705" v="3" actId="27636"/>
          <ac:spMkLst>
            <pc:docMk/>
            <pc:sldMk cId="0" sldId="262"/>
            <ac:spMk id="25" creationId="{00000000-0000-0000-0000-000000000000}"/>
          </ac:spMkLst>
        </pc:spChg>
        <pc:picChg chg="add">
          <ac:chgData name="Harris, Wyatt J Lt Col USAF USAFA AW/ESAS" userId="768bfb95-c272-4014-8fa2-010c15306053" providerId="ADAL" clId="{E18DAD13-4A53-44B8-9F3F-46E167733190}" dt="2026-09-30T19:04:30.085" v="45" actId="22"/>
          <ac:picMkLst>
            <pc:docMk/>
            <pc:sldMk cId="0" sldId="262"/>
            <ac:picMk id="31" creationId="{E38CD7F9-E6D2-BBE6-8DC8-71BD6E76480B}"/>
          </ac:picMkLst>
        </pc:picChg>
      </pc:sldChg>
      <pc:sldChg chg="addSp delSp modSp mod">
        <pc:chgData name="Harris, Wyatt J Lt Col USAF USAFA AW/ESAS" userId="768bfb95-c272-4014-8fa2-010c15306053" providerId="ADAL" clId="{E18DAD13-4A53-44B8-9F3F-46E167733190}" dt="2026-09-30T19:04:32.977" v="47" actId="22"/>
        <pc:sldMkLst>
          <pc:docMk/>
          <pc:sldMk cId="0" sldId="263"/>
        </pc:sldMkLst>
        <pc:spChg chg="mod">
          <ac:chgData name="Harris, Wyatt J Lt Col USAF USAFA AW/ESAS" userId="768bfb95-c272-4014-8fa2-010c15306053" providerId="ADAL" clId="{E18DAD13-4A53-44B8-9F3F-46E167733190}" dt="2026-09-30T19:04:00.746" v="4" actId="27636"/>
          <ac:spMkLst>
            <pc:docMk/>
            <pc:sldMk cId="0" sldId="263"/>
            <ac:spMk id="30" creationId="{00000000-0000-0000-0000-000000000000}"/>
          </ac:spMkLst>
        </pc:spChg>
        <pc:picChg chg="add">
          <ac:chgData name="Harris, Wyatt J Lt Col USAF USAFA AW/ESAS" userId="768bfb95-c272-4014-8fa2-010c15306053" providerId="ADAL" clId="{E18DAD13-4A53-44B8-9F3F-46E167733190}" dt="2026-09-30T19:04:32.977" v="47" actId="22"/>
          <ac:picMkLst>
            <pc:docMk/>
            <pc:sldMk cId="0" sldId="263"/>
            <ac:picMk id="35" creationId="{025DDA2B-79D0-039B-D090-F2044A0FA748}"/>
          </ac:picMkLst>
        </pc:picChg>
      </pc:sldChg>
      <pc:sldChg chg="addSp delSp modSp mod">
        <pc:chgData name="Harris, Wyatt J Lt Col USAF USAFA AW/ESAS" userId="768bfb95-c272-4014-8fa2-010c15306053" providerId="ADAL" clId="{E18DAD13-4A53-44B8-9F3F-46E167733190}" dt="2026-09-30T20:21:07.451" v="72" actId="20577"/>
        <pc:sldMkLst>
          <pc:docMk/>
          <pc:sldMk cId="0" sldId="264"/>
        </pc:sldMkLst>
        <pc:spChg chg="mod">
          <ac:chgData name="Harris, Wyatt J Lt Col USAF USAFA AW/ESAS" userId="768bfb95-c272-4014-8fa2-010c15306053" providerId="ADAL" clId="{E18DAD13-4A53-44B8-9F3F-46E167733190}" dt="2026-09-30T20:21:07.451" v="72" actId="20577"/>
          <ac:spMkLst>
            <pc:docMk/>
            <pc:sldMk cId="0" sldId="264"/>
            <ac:spMk id="25" creationId="{00000000-0000-0000-0000-000000000000}"/>
          </ac:spMkLst>
        </pc:spChg>
        <pc:picChg chg="add">
          <ac:chgData name="Harris, Wyatt J Lt Col USAF USAFA AW/ESAS" userId="768bfb95-c272-4014-8fa2-010c15306053" providerId="ADAL" clId="{E18DAD13-4A53-44B8-9F3F-46E167733190}" dt="2026-09-30T19:04:36.705" v="49" actId="22"/>
          <ac:picMkLst>
            <pc:docMk/>
            <pc:sldMk cId="0" sldId="264"/>
            <ac:picMk id="29" creationId="{46FB8F2A-61FE-ED11-9EC5-504E44FD9483}"/>
          </ac:picMkLst>
        </pc:picChg>
      </pc:sldChg>
      <pc:sldChg chg="addSp delSp mod">
        <pc:chgData name="Harris, Wyatt J Lt Col USAF USAFA AW/ESAS" userId="768bfb95-c272-4014-8fa2-010c15306053" providerId="ADAL" clId="{E18DAD13-4A53-44B8-9F3F-46E167733190}" dt="2026-09-30T19:04:40.559" v="51" actId="22"/>
        <pc:sldMkLst>
          <pc:docMk/>
          <pc:sldMk cId="0" sldId="265"/>
        </pc:sldMkLst>
        <pc:picChg chg="add">
          <ac:chgData name="Harris, Wyatt J Lt Col USAF USAFA AW/ESAS" userId="768bfb95-c272-4014-8fa2-010c15306053" providerId="ADAL" clId="{E18DAD13-4A53-44B8-9F3F-46E167733190}" dt="2026-09-30T19:04:40.559" v="51" actId="22"/>
          <ac:picMkLst>
            <pc:docMk/>
            <pc:sldMk cId="0" sldId="265"/>
            <ac:picMk id="52" creationId="{D2598B35-C83C-3270-90A3-AA7A5772D581}"/>
          </ac:picMkLst>
        </pc:picChg>
      </pc:sldChg>
      <pc:sldChg chg="addSp delSp mod">
        <pc:chgData name="Harris, Wyatt J Lt Col USAF USAFA AW/ESAS" userId="768bfb95-c272-4014-8fa2-010c15306053" providerId="ADAL" clId="{E18DAD13-4A53-44B8-9F3F-46E167733190}" dt="2026-09-30T19:04:43.786" v="53" actId="22"/>
        <pc:sldMkLst>
          <pc:docMk/>
          <pc:sldMk cId="0" sldId="266"/>
        </pc:sldMkLst>
        <pc:picChg chg="add">
          <ac:chgData name="Harris, Wyatt J Lt Col USAF USAFA AW/ESAS" userId="768bfb95-c272-4014-8fa2-010c15306053" providerId="ADAL" clId="{E18DAD13-4A53-44B8-9F3F-46E167733190}" dt="2026-09-30T19:04:43.786" v="53" actId="22"/>
          <ac:picMkLst>
            <pc:docMk/>
            <pc:sldMk cId="0" sldId="266"/>
            <ac:picMk id="35" creationId="{8651B3E1-5AF1-47C5-3038-78268DCC6567}"/>
          </ac:picMkLst>
        </pc:picChg>
      </pc:sldChg>
      <pc:sldChg chg="addSp delSp modSp mod">
        <pc:chgData name="Harris, Wyatt J Lt Col USAF USAFA AW/ESAS" userId="768bfb95-c272-4014-8fa2-010c15306053" providerId="ADAL" clId="{E18DAD13-4A53-44B8-9F3F-46E167733190}" dt="2026-09-30T19:04:47.697" v="55" actId="22"/>
        <pc:sldMkLst>
          <pc:docMk/>
          <pc:sldMk cId="0" sldId="267"/>
        </pc:sldMkLst>
        <pc:spChg chg="mod">
          <ac:chgData name="Harris, Wyatt J Lt Col USAF USAFA AW/ESAS" userId="768bfb95-c272-4014-8fa2-010c15306053" providerId="ADAL" clId="{E18DAD13-4A53-44B8-9F3F-46E167733190}" dt="2026-09-30T19:04:00.842" v="5" actId="27636"/>
          <ac:spMkLst>
            <pc:docMk/>
            <pc:sldMk cId="0" sldId="267"/>
            <ac:spMk id="22" creationId="{00000000-0000-0000-0000-000000000000}"/>
          </ac:spMkLst>
        </pc:spChg>
        <pc:picChg chg="add">
          <ac:chgData name="Harris, Wyatt J Lt Col USAF USAFA AW/ESAS" userId="768bfb95-c272-4014-8fa2-010c15306053" providerId="ADAL" clId="{E18DAD13-4A53-44B8-9F3F-46E167733190}" dt="2026-09-30T19:04:47.697" v="55" actId="22"/>
          <ac:picMkLst>
            <pc:docMk/>
            <pc:sldMk cId="0" sldId="267"/>
            <ac:picMk id="40" creationId="{2B6E4213-1DEA-A482-6A3A-9AA8CF67FA6E}"/>
          </ac:picMkLst>
        </pc:picChg>
      </pc:sldChg>
      <pc:sldChg chg="addSp delSp modSp mod">
        <pc:chgData name="Harris, Wyatt J Lt Col USAF USAFA AW/ESAS" userId="768bfb95-c272-4014-8fa2-010c15306053" providerId="ADAL" clId="{E18DAD13-4A53-44B8-9F3F-46E167733190}" dt="2026-09-30T19:04:51.143" v="57" actId="22"/>
        <pc:sldMkLst>
          <pc:docMk/>
          <pc:sldMk cId="0" sldId="268"/>
        </pc:sldMkLst>
        <pc:spChg chg="mod">
          <ac:chgData name="Harris, Wyatt J Lt Col USAF USAFA AW/ESAS" userId="768bfb95-c272-4014-8fa2-010c15306053" providerId="ADAL" clId="{E18DAD13-4A53-44B8-9F3F-46E167733190}" dt="2026-09-30T19:04:00.937" v="23" actId="27636"/>
          <ac:spMkLst>
            <pc:docMk/>
            <pc:sldMk cId="0" sldId="268"/>
            <ac:spMk id="21" creationId="{00000000-0000-0000-0000-000000000000}"/>
          </ac:spMkLst>
        </pc:spChg>
        <pc:spChg chg="mod">
          <ac:chgData name="Harris, Wyatt J Lt Col USAF USAFA AW/ESAS" userId="768bfb95-c272-4014-8fa2-010c15306053" providerId="ADAL" clId="{E18DAD13-4A53-44B8-9F3F-46E167733190}" dt="2026-09-30T19:04:00.899" v="14" actId="27636"/>
          <ac:spMkLst>
            <pc:docMk/>
            <pc:sldMk cId="0" sldId="268"/>
            <ac:spMk id="22" creationId="{00000000-0000-0000-0000-000000000000}"/>
          </ac:spMkLst>
        </pc:spChg>
        <pc:spChg chg="mod">
          <ac:chgData name="Harris, Wyatt J Lt Col USAF USAFA AW/ESAS" userId="768bfb95-c272-4014-8fa2-010c15306053" providerId="ADAL" clId="{E18DAD13-4A53-44B8-9F3F-46E167733190}" dt="2026-09-30T19:04:00.935" v="22" actId="27636"/>
          <ac:spMkLst>
            <pc:docMk/>
            <pc:sldMk cId="0" sldId="268"/>
            <ac:spMk id="24" creationId="{00000000-0000-0000-0000-000000000000}"/>
          </ac:spMkLst>
        </pc:spChg>
        <pc:spChg chg="mod">
          <ac:chgData name="Harris, Wyatt J Lt Col USAF USAFA AW/ESAS" userId="768bfb95-c272-4014-8fa2-010c15306053" providerId="ADAL" clId="{E18DAD13-4A53-44B8-9F3F-46E167733190}" dt="2026-09-30T19:04:00.913" v="17" actId="27636"/>
          <ac:spMkLst>
            <pc:docMk/>
            <pc:sldMk cId="0" sldId="268"/>
            <ac:spMk id="25" creationId="{00000000-0000-0000-0000-000000000000}"/>
          </ac:spMkLst>
        </pc:spChg>
        <pc:spChg chg="mod">
          <ac:chgData name="Harris, Wyatt J Lt Col USAF USAFA AW/ESAS" userId="768bfb95-c272-4014-8fa2-010c15306053" providerId="ADAL" clId="{E18DAD13-4A53-44B8-9F3F-46E167733190}" dt="2026-09-30T19:04:00.942" v="24" actId="27636"/>
          <ac:spMkLst>
            <pc:docMk/>
            <pc:sldMk cId="0" sldId="268"/>
            <ac:spMk id="26" creationId="{00000000-0000-0000-0000-000000000000}"/>
          </ac:spMkLst>
        </pc:spChg>
        <pc:spChg chg="mod">
          <ac:chgData name="Harris, Wyatt J Lt Col USAF USAFA AW/ESAS" userId="768bfb95-c272-4014-8fa2-010c15306053" providerId="ADAL" clId="{E18DAD13-4A53-44B8-9F3F-46E167733190}" dt="2026-09-30T19:04:00.912" v="16" actId="27636"/>
          <ac:spMkLst>
            <pc:docMk/>
            <pc:sldMk cId="0" sldId="268"/>
            <ac:spMk id="28" creationId="{00000000-0000-0000-0000-000000000000}"/>
          </ac:spMkLst>
        </pc:spChg>
        <pc:spChg chg="mod">
          <ac:chgData name="Harris, Wyatt J Lt Col USAF USAFA AW/ESAS" userId="768bfb95-c272-4014-8fa2-010c15306053" providerId="ADAL" clId="{E18DAD13-4A53-44B8-9F3F-46E167733190}" dt="2026-09-30T19:04:00.926" v="20" actId="27636"/>
          <ac:spMkLst>
            <pc:docMk/>
            <pc:sldMk cId="0" sldId="268"/>
            <ac:spMk id="30" creationId="{00000000-0000-0000-0000-000000000000}"/>
          </ac:spMkLst>
        </pc:spChg>
        <pc:spChg chg="mod">
          <ac:chgData name="Harris, Wyatt J Lt Col USAF USAFA AW/ESAS" userId="768bfb95-c272-4014-8fa2-010c15306053" providerId="ADAL" clId="{E18DAD13-4A53-44B8-9F3F-46E167733190}" dt="2026-09-30T19:04:00.913" v="18" actId="27636"/>
          <ac:spMkLst>
            <pc:docMk/>
            <pc:sldMk cId="0" sldId="268"/>
            <ac:spMk id="32" creationId="{00000000-0000-0000-0000-000000000000}"/>
          </ac:spMkLst>
        </pc:spChg>
        <pc:spChg chg="mod">
          <ac:chgData name="Harris, Wyatt J Lt Col USAF USAFA AW/ESAS" userId="768bfb95-c272-4014-8fa2-010c15306053" providerId="ADAL" clId="{E18DAD13-4A53-44B8-9F3F-46E167733190}" dt="2026-09-30T19:04:00.924" v="19" actId="27636"/>
          <ac:spMkLst>
            <pc:docMk/>
            <pc:sldMk cId="0" sldId="268"/>
            <ac:spMk id="33" creationId="{00000000-0000-0000-0000-000000000000}"/>
          </ac:spMkLst>
        </pc:spChg>
        <pc:spChg chg="mod">
          <ac:chgData name="Harris, Wyatt J Lt Col USAF USAFA AW/ESAS" userId="768bfb95-c272-4014-8fa2-010c15306053" providerId="ADAL" clId="{E18DAD13-4A53-44B8-9F3F-46E167733190}" dt="2026-09-30T19:04:00.931" v="21" actId="27636"/>
          <ac:spMkLst>
            <pc:docMk/>
            <pc:sldMk cId="0" sldId="268"/>
            <ac:spMk id="35" creationId="{00000000-0000-0000-0000-000000000000}"/>
          </ac:spMkLst>
        </pc:spChg>
        <pc:spChg chg="mod">
          <ac:chgData name="Harris, Wyatt J Lt Col USAF USAFA AW/ESAS" userId="768bfb95-c272-4014-8fa2-010c15306053" providerId="ADAL" clId="{E18DAD13-4A53-44B8-9F3F-46E167733190}" dt="2026-09-30T19:04:00.875" v="8" actId="27636"/>
          <ac:spMkLst>
            <pc:docMk/>
            <pc:sldMk cId="0" sldId="268"/>
            <ac:spMk id="37" creationId="{00000000-0000-0000-0000-000000000000}"/>
          </ac:spMkLst>
        </pc:spChg>
        <pc:spChg chg="mod">
          <ac:chgData name="Harris, Wyatt J Lt Col USAF USAFA AW/ESAS" userId="768bfb95-c272-4014-8fa2-010c15306053" providerId="ADAL" clId="{E18DAD13-4A53-44B8-9F3F-46E167733190}" dt="2026-09-30T19:04:00.893" v="13" actId="27636"/>
          <ac:spMkLst>
            <pc:docMk/>
            <pc:sldMk cId="0" sldId="268"/>
            <ac:spMk id="39" creationId="{00000000-0000-0000-0000-000000000000}"/>
          </ac:spMkLst>
        </pc:spChg>
        <pc:spChg chg="mod">
          <ac:chgData name="Harris, Wyatt J Lt Col USAF USAFA AW/ESAS" userId="768bfb95-c272-4014-8fa2-010c15306053" providerId="ADAL" clId="{E18DAD13-4A53-44B8-9F3F-46E167733190}" dt="2026-09-30T19:04:00.887" v="12" actId="27636"/>
          <ac:spMkLst>
            <pc:docMk/>
            <pc:sldMk cId="0" sldId="268"/>
            <ac:spMk id="41" creationId="{00000000-0000-0000-0000-000000000000}"/>
          </ac:spMkLst>
        </pc:spChg>
        <pc:spChg chg="mod">
          <ac:chgData name="Harris, Wyatt J Lt Col USAF USAFA AW/ESAS" userId="768bfb95-c272-4014-8fa2-010c15306053" providerId="ADAL" clId="{E18DAD13-4A53-44B8-9F3F-46E167733190}" dt="2026-09-30T19:04:00.879" v="9" actId="27636"/>
          <ac:spMkLst>
            <pc:docMk/>
            <pc:sldMk cId="0" sldId="268"/>
            <ac:spMk id="43" creationId="{00000000-0000-0000-0000-000000000000}"/>
          </ac:spMkLst>
        </pc:spChg>
        <pc:spChg chg="mod">
          <ac:chgData name="Harris, Wyatt J Lt Col USAF USAFA AW/ESAS" userId="768bfb95-c272-4014-8fa2-010c15306053" providerId="ADAL" clId="{E18DAD13-4A53-44B8-9F3F-46E167733190}" dt="2026-09-30T19:04:00.883" v="10" actId="27636"/>
          <ac:spMkLst>
            <pc:docMk/>
            <pc:sldMk cId="0" sldId="268"/>
            <ac:spMk id="45" creationId="{00000000-0000-0000-0000-000000000000}"/>
          </ac:spMkLst>
        </pc:spChg>
        <pc:spChg chg="mod">
          <ac:chgData name="Harris, Wyatt J Lt Col USAF USAFA AW/ESAS" userId="768bfb95-c272-4014-8fa2-010c15306053" providerId="ADAL" clId="{E18DAD13-4A53-44B8-9F3F-46E167733190}" dt="2026-09-30T19:04:00.866" v="6" actId="27636"/>
          <ac:spMkLst>
            <pc:docMk/>
            <pc:sldMk cId="0" sldId="268"/>
            <ac:spMk id="47" creationId="{00000000-0000-0000-0000-000000000000}"/>
          </ac:spMkLst>
        </pc:spChg>
        <pc:spChg chg="mod">
          <ac:chgData name="Harris, Wyatt J Lt Col USAF USAFA AW/ESAS" userId="768bfb95-c272-4014-8fa2-010c15306053" providerId="ADAL" clId="{E18DAD13-4A53-44B8-9F3F-46E167733190}" dt="2026-09-30T19:04:00.866" v="7" actId="27636"/>
          <ac:spMkLst>
            <pc:docMk/>
            <pc:sldMk cId="0" sldId="268"/>
            <ac:spMk id="49" creationId="{00000000-0000-0000-0000-000000000000}"/>
          </ac:spMkLst>
        </pc:spChg>
        <pc:spChg chg="mod">
          <ac:chgData name="Harris, Wyatt J Lt Col USAF USAFA AW/ESAS" userId="768bfb95-c272-4014-8fa2-010c15306053" providerId="ADAL" clId="{E18DAD13-4A53-44B8-9F3F-46E167733190}" dt="2026-09-30T19:04:00.886" v="11" actId="27636"/>
          <ac:spMkLst>
            <pc:docMk/>
            <pc:sldMk cId="0" sldId="268"/>
            <ac:spMk id="51" creationId="{00000000-0000-0000-0000-000000000000}"/>
          </ac:spMkLst>
        </pc:spChg>
        <pc:spChg chg="mod">
          <ac:chgData name="Harris, Wyatt J Lt Col USAF USAFA AW/ESAS" userId="768bfb95-c272-4014-8fa2-010c15306053" providerId="ADAL" clId="{E18DAD13-4A53-44B8-9F3F-46E167733190}" dt="2026-09-30T19:04:00.907" v="15" actId="27636"/>
          <ac:spMkLst>
            <pc:docMk/>
            <pc:sldMk cId="0" sldId="268"/>
            <ac:spMk id="53" creationId="{00000000-0000-0000-0000-000000000000}"/>
          </ac:spMkLst>
        </pc:spChg>
        <pc:picChg chg="add">
          <ac:chgData name="Harris, Wyatt J Lt Col USAF USAFA AW/ESAS" userId="768bfb95-c272-4014-8fa2-010c15306053" providerId="ADAL" clId="{E18DAD13-4A53-44B8-9F3F-46E167733190}" dt="2026-09-30T19:04:51.143" v="57" actId="22"/>
          <ac:picMkLst>
            <pc:docMk/>
            <pc:sldMk cId="0" sldId="268"/>
            <ac:picMk id="61" creationId="{994D7D04-EA55-77D2-BECB-506F7229F7BC}"/>
          </ac:picMkLst>
        </pc:picChg>
      </pc:sldChg>
      <pc:sldChg chg="addSp delSp modSp mod">
        <pc:chgData name="Harris, Wyatt J Lt Col USAF USAFA AW/ESAS" userId="768bfb95-c272-4014-8fa2-010c15306053" providerId="ADAL" clId="{E18DAD13-4A53-44B8-9F3F-46E167733190}" dt="2026-09-30T19:04:54.023" v="59" actId="22"/>
        <pc:sldMkLst>
          <pc:docMk/>
          <pc:sldMk cId="0" sldId="269"/>
        </pc:sldMkLst>
        <pc:spChg chg="mod">
          <ac:chgData name="Harris, Wyatt J Lt Col USAF USAFA AW/ESAS" userId="768bfb95-c272-4014-8fa2-010c15306053" providerId="ADAL" clId="{E18DAD13-4A53-44B8-9F3F-46E167733190}" dt="2026-09-30T19:04:01.018" v="30" actId="27636"/>
          <ac:spMkLst>
            <pc:docMk/>
            <pc:sldMk cId="0" sldId="269"/>
            <ac:spMk id="20" creationId="{00000000-0000-0000-0000-000000000000}"/>
          </ac:spMkLst>
        </pc:spChg>
        <pc:spChg chg="mod">
          <ac:chgData name="Harris, Wyatt J Lt Col USAF USAFA AW/ESAS" userId="768bfb95-c272-4014-8fa2-010c15306053" providerId="ADAL" clId="{E18DAD13-4A53-44B8-9F3F-46E167733190}" dt="2026-09-30T19:04:01.014" v="29" actId="27636"/>
          <ac:spMkLst>
            <pc:docMk/>
            <pc:sldMk cId="0" sldId="269"/>
            <ac:spMk id="24" creationId="{00000000-0000-0000-0000-000000000000}"/>
          </ac:spMkLst>
        </pc:spChg>
        <pc:spChg chg="mod">
          <ac:chgData name="Harris, Wyatt J Lt Col USAF USAFA AW/ESAS" userId="768bfb95-c272-4014-8fa2-010c15306053" providerId="ADAL" clId="{E18DAD13-4A53-44B8-9F3F-46E167733190}" dt="2026-09-30T19:04:00.994" v="27" actId="27636"/>
          <ac:spMkLst>
            <pc:docMk/>
            <pc:sldMk cId="0" sldId="269"/>
            <ac:spMk id="30" creationId="{00000000-0000-0000-0000-000000000000}"/>
          </ac:spMkLst>
        </pc:spChg>
        <pc:spChg chg="mod">
          <ac:chgData name="Harris, Wyatt J Lt Col USAF USAFA AW/ESAS" userId="768bfb95-c272-4014-8fa2-010c15306053" providerId="ADAL" clId="{E18DAD13-4A53-44B8-9F3F-46E167733190}" dt="2026-09-30T19:04:01.001" v="28" actId="27636"/>
          <ac:spMkLst>
            <pc:docMk/>
            <pc:sldMk cId="0" sldId="269"/>
            <ac:spMk id="32" creationId="{00000000-0000-0000-0000-000000000000}"/>
          </ac:spMkLst>
        </pc:spChg>
        <pc:spChg chg="mod">
          <ac:chgData name="Harris, Wyatt J Lt Col USAF USAFA AW/ESAS" userId="768bfb95-c272-4014-8fa2-010c15306053" providerId="ADAL" clId="{E18DAD13-4A53-44B8-9F3F-46E167733190}" dt="2026-09-30T19:04:00.986" v="25" actId="27636"/>
          <ac:spMkLst>
            <pc:docMk/>
            <pc:sldMk cId="0" sldId="269"/>
            <ac:spMk id="34" creationId="{00000000-0000-0000-0000-000000000000}"/>
          </ac:spMkLst>
        </pc:spChg>
        <pc:spChg chg="mod">
          <ac:chgData name="Harris, Wyatt J Lt Col USAF USAFA AW/ESAS" userId="768bfb95-c272-4014-8fa2-010c15306053" providerId="ADAL" clId="{E18DAD13-4A53-44B8-9F3F-46E167733190}" dt="2026-09-30T19:04:00.991" v="26" actId="27636"/>
          <ac:spMkLst>
            <pc:docMk/>
            <pc:sldMk cId="0" sldId="269"/>
            <ac:spMk id="36" creationId="{00000000-0000-0000-0000-000000000000}"/>
          </ac:spMkLst>
        </pc:spChg>
        <pc:picChg chg="add">
          <ac:chgData name="Harris, Wyatt J Lt Col USAF USAFA AW/ESAS" userId="768bfb95-c272-4014-8fa2-010c15306053" providerId="ADAL" clId="{E18DAD13-4A53-44B8-9F3F-46E167733190}" dt="2026-09-30T19:04:54.023" v="59" actId="22"/>
          <ac:picMkLst>
            <pc:docMk/>
            <pc:sldMk cId="0" sldId="269"/>
            <ac:picMk id="55" creationId="{B143EB88-10A1-8122-6559-5FADB57C266C}"/>
          </ac:picMkLst>
        </pc:picChg>
      </pc:sldChg>
      <pc:sldChg chg="addSp delSp modSp mod">
        <pc:chgData name="Harris, Wyatt J Lt Col USAF USAFA AW/ESAS" userId="768bfb95-c272-4014-8fa2-010c15306053" providerId="ADAL" clId="{E18DAD13-4A53-44B8-9F3F-46E167733190}" dt="2026-09-30T20:21:57.391" v="73" actId="14100"/>
        <pc:sldMkLst>
          <pc:docMk/>
          <pc:sldMk cId="0" sldId="270"/>
        </pc:sldMkLst>
        <pc:picChg chg="mod">
          <ac:chgData name="Harris, Wyatt J Lt Col USAF USAFA AW/ESAS" userId="768bfb95-c272-4014-8fa2-010c15306053" providerId="ADAL" clId="{E18DAD13-4A53-44B8-9F3F-46E167733190}" dt="2026-09-30T20:21:57.391" v="73" actId="14100"/>
          <ac:picMkLst>
            <pc:docMk/>
            <pc:sldMk cId="0" sldId="270"/>
            <ac:picMk id="27" creationId="{00000000-0000-0000-0000-000000000000}"/>
          </ac:picMkLst>
        </pc:picChg>
        <pc:picChg chg="add">
          <ac:chgData name="Harris, Wyatt J Lt Col USAF USAFA AW/ESAS" userId="768bfb95-c272-4014-8fa2-010c15306053" providerId="ADAL" clId="{E18DAD13-4A53-44B8-9F3F-46E167733190}" dt="2026-09-30T19:04:57.288" v="61" actId="22"/>
          <ac:picMkLst>
            <pc:docMk/>
            <pc:sldMk cId="0" sldId="270"/>
            <ac:picMk id="35" creationId="{A8BE2290-4728-88E3-17BD-CDFF1DFE0D5E}"/>
          </ac:picMkLst>
        </pc:picChg>
      </pc:sldChg>
      <pc:sldChg chg="addSp delSp modSp mod">
        <pc:chgData name="Harris, Wyatt J Lt Col USAF USAFA AW/ESAS" userId="768bfb95-c272-4014-8fa2-010c15306053" providerId="ADAL" clId="{E18DAD13-4A53-44B8-9F3F-46E167733190}" dt="2026-09-30T19:05:01.437" v="63" actId="22"/>
        <pc:sldMkLst>
          <pc:docMk/>
          <pc:sldMk cId="0" sldId="271"/>
        </pc:sldMkLst>
        <pc:spChg chg="mod">
          <ac:chgData name="Harris, Wyatt J Lt Col USAF USAFA AW/ESAS" userId="768bfb95-c272-4014-8fa2-010c15306053" providerId="ADAL" clId="{E18DAD13-4A53-44B8-9F3F-46E167733190}" dt="2026-09-30T19:04:01.069" v="31" actId="27636"/>
          <ac:spMkLst>
            <pc:docMk/>
            <pc:sldMk cId="0" sldId="271"/>
            <ac:spMk id="26" creationId="{00000000-0000-0000-0000-000000000000}"/>
          </ac:spMkLst>
        </pc:spChg>
        <pc:picChg chg="add">
          <ac:chgData name="Harris, Wyatt J Lt Col USAF USAFA AW/ESAS" userId="768bfb95-c272-4014-8fa2-010c15306053" providerId="ADAL" clId="{E18DAD13-4A53-44B8-9F3F-46E167733190}" dt="2026-09-30T19:05:01.437" v="63" actId="22"/>
          <ac:picMkLst>
            <pc:docMk/>
            <pc:sldMk cId="0" sldId="271"/>
            <ac:picMk id="40" creationId="{83B4DF01-0FD5-511E-665C-E20B76A2DB9C}"/>
          </ac:picMkLst>
        </pc:picChg>
      </pc:sldChg>
      <pc:sldChg chg="addSp delSp mod">
        <pc:chgData name="Harris, Wyatt J Lt Col USAF USAFA AW/ESAS" userId="768bfb95-c272-4014-8fa2-010c15306053" providerId="ADAL" clId="{E18DAD13-4A53-44B8-9F3F-46E167733190}" dt="2026-09-30T19:05:04.443" v="65" actId="22"/>
        <pc:sldMkLst>
          <pc:docMk/>
          <pc:sldMk cId="0" sldId="272"/>
        </pc:sldMkLst>
        <pc:picChg chg="add">
          <ac:chgData name="Harris, Wyatt J Lt Col USAF USAFA AW/ESAS" userId="768bfb95-c272-4014-8fa2-010c15306053" providerId="ADAL" clId="{E18DAD13-4A53-44B8-9F3F-46E167733190}" dt="2026-09-30T19:05:04.443" v="65" actId="22"/>
          <ac:picMkLst>
            <pc:docMk/>
            <pc:sldMk cId="0" sldId="272"/>
            <ac:picMk id="62" creationId="{B29C46BB-062B-3F71-7ABA-5FB8A6FDB7B5}"/>
          </ac:picMkLst>
        </pc:picChg>
      </pc:sldChg>
      <pc:sldChg chg="addSp delSp mod">
        <pc:chgData name="Harris, Wyatt J Lt Col USAF USAFA AW/ESAS" userId="768bfb95-c272-4014-8fa2-010c15306053" providerId="ADAL" clId="{E18DAD13-4A53-44B8-9F3F-46E167733190}" dt="2026-09-30T19:05:07.847" v="67" actId="22"/>
        <pc:sldMkLst>
          <pc:docMk/>
          <pc:sldMk cId="0" sldId="273"/>
        </pc:sldMkLst>
        <pc:picChg chg="add">
          <ac:chgData name="Harris, Wyatt J Lt Col USAF USAFA AW/ESAS" userId="768bfb95-c272-4014-8fa2-010c15306053" providerId="ADAL" clId="{E18DAD13-4A53-44B8-9F3F-46E167733190}" dt="2026-09-30T19:05:07.847" v="67" actId="22"/>
          <ac:picMkLst>
            <pc:docMk/>
            <pc:sldMk cId="0" sldId="273"/>
            <ac:picMk id="26" creationId="{00B7DFBD-8284-BFF9-70E5-172747306A76}"/>
          </ac:picMkLst>
        </pc:picChg>
      </pc:sldChg>
      <pc:sldChg chg="addSp delSp mod">
        <pc:chgData name="Harris, Wyatt J Lt Col USAF USAFA AW/ESAS" userId="768bfb95-c272-4014-8fa2-010c15306053" providerId="ADAL" clId="{E18DAD13-4A53-44B8-9F3F-46E167733190}" dt="2026-09-30T19:05:11.670" v="69" actId="22"/>
        <pc:sldMkLst>
          <pc:docMk/>
          <pc:sldMk cId="0" sldId="274"/>
        </pc:sldMkLst>
        <pc:picChg chg="add">
          <ac:chgData name="Harris, Wyatt J Lt Col USAF USAFA AW/ESAS" userId="768bfb95-c272-4014-8fa2-010c15306053" providerId="ADAL" clId="{E18DAD13-4A53-44B8-9F3F-46E167733190}" dt="2026-09-30T19:05:11.670" v="69" actId="22"/>
          <ac:picMkLst>
            <pc:docMk/>
            <pc:sldMk cId="0" sldId="274"/>
            <ac:picMk id="32" creationId="{CFECD2CA-051F-03FD-084F-288BB2E3156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580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brief expands the Method slide from the Lab 8 guidance: how to go from a lab folder to agent-written, cadet-verified code on KestrelSAT.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before the first agent session. GitHub account and Desktop sign-in are the common blockers; GitHub Education verification can take a few days.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slide 5 of the Lab 8 guidance. The loop is the mindset; the five steps are the mechanics. Every remaining slide maps to one of the five steps.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only. Git runs on the laptop; GitHub hosts the shared copy. The agent uses the same operations: it commits to a branch and pushes to GitHub, and cadets fetch that branch to test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cadets have only used chat LLMs. The key shift: the agent works directly in the repo, so the cadet's job moves from integrating code to specifying and verifying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on the web is the worked example, but the workflow applies to any coding agent. Codex (local tasks) and GitHub Copilot (verified students) have free access with usage limits. Plans change often; check current plan pages before committing a team to one tool.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small feature carried through every step. Command numbers 0-9, 98, 99 are already used in the Lab 7 code, so the example uses 10. The requirement is written to be verifiable before any code exists.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the repo with one lab folder at the root so PlatformIO opens it directly. Build once before any changes: a clean baseline means later build errors came from new code.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 is the most effective single thing a team can do to improve agent output. It is plain Markdown committed to the repo root. The About us section tells the agent the team is new to Arduino, so it explains its changes and keeps code simple. Cadets can also ask in any prompt: explain this like I've only done three Arduino labs. Codex reads AGENTS.md the same way.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architecture: the agent never touches the hardware. GitHub is the hand-off point between the cloud session and the cadet's laptop. Note: Claude Code is not included in the Free plan; at least one teammate needs Pro.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orientation prompt costs one message and tells you whether the agent understands the code. In this example it confirms command 10 is free. If the summary is wrong, fix CLAUDE.md before going further.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for a plan first is cheap and catches wrong assumptions before code is written. Good plans name files, functions, and open questions. The cadet answers the questions; the agent should not guess.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pushes to a new claude/ branch, never directly to main. Walk through the diff line by line. Cadets must be able to explain every line they submit.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never commits to main. Each session gets its own branch, and every commit in that session, including fixes, goes there. The pull request is where the team reviews the change and where it gets merged after the hardware test passes.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step that tests the requirement. Compiler, PlatformIO upload, and the GCS are the trusted tools. Until KestrelSAT confirms the behavior, the agent's commit is a proposal.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reports should contain observations and logs, not just 'it doesn't work'. One requirement per session keeps context small and commits easy to review.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here has happened with embedded code. Agents produce plausible code that may reference functions or libraries that do not exist. The build, the pin map, and the hardware are the checks.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4 requires documenting how GenAI contributed and what cadets did to evaluate it. An AI_LOG.md in the repo, one entry per session, meets that requirement and becomes part of the graded repo.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Claude Code session belongs to one account; teammates cannot join it live. The repo is where collaboration happens. Do not share Claude login credentials.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pic>
        <p:nvPicPr>
          <p:cNvPr id="3" name="Image 0"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
        <p:nvSpPr>
          <p:cNvPr id="4" name="Text 1"/>
          <p:cNvSpPr/>
          <p:nvPr/>
        </p:nvSpPr>
        <p:spPr>
          <a:xfrm>
            <a:off x="1676400" y="152400"/>
            <a:ext cx="6161589" cy="1104900"/>
          </a:xfrm>
          <a:prstGeom prst="rect">
            <a:avLst/>
          </a:prstGeom>
          <a:noFill/>
          <a:ln/>
        </p:spPr>
        <p:txBody>
          <a:bodyPr wrap="square" lIns="25400" tIns="25400" rIns="25400" bIns="25400" rtlCol="0" anchor="ctr">
            <a:normAutofit/>
          </a:bodyPr>
          <a:lstStyle/>
          <a:p>
            <a:pPr marL="0" indent="0" algn="l">
              <a:lnSpc>
                <a:spcPct val="75214"/>
              </a:lnSpc>
              <a:buNone/>
            </a:pPr>
            <a:r>
              <a:rPr lang="en-US" sz="6600" b="1" dirty="0">
                <a:solidFill>
                  <a:srgbClr val="000000"/>
                </a:solidFill>
                <a:latin typeface="Segoe UI" pitchFamily="34" charset="0"/>
                <a:ea typeface="Segoe UI" pitchFamily="34" charset="-122"/>
                <a:cs typeface="Segoe UI" pitchFamily="34" charset="-120"/>
              </a:rPr>
              <a:t>USAFA ASTRO</a:t>
            </a:r>
            <a:endParaRPr lang="en-US" sz="6600" dirty="0"/>
          </a:p>
        </p:txBody>
      </p:sp>
      <p:sp>
        <p:nvSpPr>
          <p:cNvPr id="5" name="Text 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6" name="Shape 3"/>
          <p:cNvSpPr/>
          <p:nvPr/>
        </p:nvSpPr>
        <p:spPr>
          <a:xfrm>
            <a:off x="1657350" y="1219200"/>
            <a:ext cx="11925300" cy="66675"/>
          </a:xfrm>
          <a:prstGeom prst="rect">
            <a:avLst/>
          </a:prstGeom>
          <a:solidFill>
            <a:srgbClr val="000000"/>
          </a:solidFill>
          <a:ln/>
        </p:spPr>
        <p:txBody>
          <a:bodyPr/>
          <a:lstStyle/>
          <a:p>
            <a:endParaRPr lang="en-US"/>
          </a:p>
        </p:txBody>
      </p:sp>
      <p:sp>
        <p:nvSpPr>
          <p:cNvPr id="7" name="Text 4"/>
          <p:cNvSpPr/>
          <p:nvPr/>
        </p:nvSpPr>
        <p:spPr>
          <a:xfrm>
            <a:off x="5663007" y="2381250"/>
            <a:ext cx="3913837" cy="1181100"/>
          </a:xfrm>
          <a:prstGeom prst="rect">
            <a:avLst/>
          </a:prstGeom>
          <a:noFill/>
          <a:ln/>
        </p:spPr>
        <p:txBody>
          <a:bodyPr wrap="square" lIns="25400" tIns="25400" rIns="25400" bIns="25400" rtlCol="0" anchor="t">
            <a:normAutofit/>
          </a:bodyPr>
          <a:lstStyle/>
          <a:p>
            <a:pPr marL="0" indent="0" algn="ctr">
              <a:lnSpc>
                <a:spcPct val="75472"/>
              </a:lnSpc>
              <a:buNone/>
            </a:pPr>
            <a:r>
              <a:rPr lang="en-US" sz="9000" b="1" dirty="0">
                <a:solidFill>
                  <a:srgbClr val="000000"/>
                </a:solidFill>
                <a:latin typeface="Segoe UI" pitchFamily="34" charset="0"/>
                <a:ea typeface="Segoe UI" pitchFamily="34" charset="-122"/>
                <a:cs typeface="Segoe UI" pitchFamily="34" charset="-120"/>
              </a:rPr>
              <a:t>Lab #8</a:t>
            </a:r>
            <a:endParaRPr lang="en-US" sz="9000" dirty="0"/>
          </a:p>
        </p:txBody>
      </p:sp>
      <p:sp>
        <p:nvSpPr>
          <p:cNvPr id="8" name="Text 5"/>
          <p:cNvSpPr/>
          <p:nvPr/>
        </p:nvSpPr>
        <p:spPr>
          <a:xfrm>
            <a:off x="4081552" y="3905250"/>
            <a:ext cx="7076896" cy="771525"/>
          </a:xfrm>
          <a:prstGeom prst="rect">
            <a:avLst/>
          </a:prstGeom>
          <a:noFill/>
          <a:ln/>
        </p:spPr>
        <p:txBody>
          <a:bodyPr wrap="square" lIns="25400" tIns="25400" rIns="25400" bIns="25400" rtlCol="0" anchor="t">
            <a:normAutofit/>
          </a:bodyPr>
          <a:lstStyle/>
          <a:p>
            <a:pPr marL="0" indent="0" algn="ctr">
              <a:lnSpc>
                <a:spcPct val="81915"/>
              </a:lnSpc>
              <a:buNone/>
            </a:pPr>
            <a:r>
              <a:rPr lang="en-US" sz="5250" b="1" dirty="0">
                <a:solidFill>
                  <a:srgbClr val="000000"/>
                </a:solidFill>
                <a:latin typeface="Segoe UI" pitchFamily="34" charset="0"/>
                <a:ea typeface="Segoe UI" pitchFamily="34" charset="-122"/>
                <a:cs typeface="Segoe UI" pitchFamily="34" charset="-120"/>
              </a:rPr>
              <a:t>KestrelSAT Capstone</a:t>
            </a:r>
            <a:endParaRPr lang="en-US" sz="5250" dirty="0"/>
          </a:p>
        </p:txBody>
      </p:sp>
      <p:sp>
        <p:nvSpPr>
          <p:cNvPr id="9" name="Text 6"/>
          <p:cNvSpPr/>
          <p:nvPr/>
        </p:nvSpPr>
        <p:spPr>
          <a:xfrm>
            <a:off x="5150421" y="5019675"/>
            <a:ext cx="4939159" cy="586680"/>
          </a:xfrm>
          <a:prstGeom prst="rect">
            <a:avLst/>
          </a:prstGeom>
          <a:noFill/>
          <a:ln/>
        </p:spPr>
        <p:txBody>
          <a:bodyPr wrap="square" lIns="25400" tIns="25400" rIns="25400" bIns="25400" rtlCol="0" anchor="t">
            <a:normAutofit/>
          </a:bodyPr>
          <a:lstStyle/>
          <a:p>
            <a:pPr marL="0" indent="0" algn="ctr">
              <a:lnSpc>
                <a:spcPct val="90000"/>
              </a:lnSpc>
              <a:buNone/>
            </a:pPr>
            <a:r>
              <a:rPr lang="en-US" sz="3600" b="1" dirty="0">
                <a:solidFill>
                  <a:srgbClr val="000000"/>
                </a:solidFill>
                <a:latin typeface="Segoe UI" pitchFamily="34" charset="0"/>
                <a:ea typeface="Segoe UI" pitchFamily="34" charset="-122"/>
                <a:cs typeface="Segoe UI" pitchFamily="34" charset="-120"/>
              </a:rPr>
              <a:t>Agentic AI Workflow</a:t>
            </a:r>
            <a:endParaRPr lang="en-US" sz="3600" dirty="0"/>
          </a:p>
        </p:txBody>
      </p:sp>
      <p:sp>
        <p:nvSpPr>
          <p:cNvPr id="10" name="Text 7"/>
          <p:cNvSpPr/>
          <p:nvPr/>
        </p:nvSpPr>
        <p:spPr>
          <a:xfrm>
            <a:off x="4678606" y="5949255"/>
            <a:ext cx="5882789" cy="449461"/>
          </a:xfrm>
          <a:prstGeom prst="rect">
            <a:avLst/>
          </a:prstGeom>
          <a:noFill/>
          <a:ln/>
        </p:spPr>
        <p:txBody>
          <a:bodyPr wrap="square" lIns="25400" tIns="25400" rIns="25400" bIns="25400" rtlCol="0" anchor="t">
            <a:normAutofit/>
          </a:bodyPr>
          <a:lstStyle/>
          <a:p>
            <a:pPr marL="0" indent="0" algn="ctr">
              <a:lnSpc>
                <a:spcPct val="90000"/>
              </a:lnSpc>
              <a:buNone/>
            </a:pPr>
            <a:r>
              <a:rPr lang="en-US" sz="2700" dirty="0">
                <a:solidFill>
                  <a:srgbClr val="404040"/>
                </a:solidFill>
                <a:latin typeface="Segoe UI" pitchFamily="34" charset="0"/>
                <a:ea typeface="Segoe UI" pitchFamily="34" charset="-122"/>
                <a:cs typeface="Segoe UI" pitchFamily="34" charset="-120"/>
              </a:rPr>
              <a:t>Getting started with Coding Agents</a:t>
            </a:r>
            <a:endParaRPr lang="en-US" sz="2700" dirty="0"/>
          </a:p>
        </p:txBody>
      </p:sp>
      <p:sp>
        <p:nvSpPr>
          <p:cNvPr id="11" name="Text 8"/>
          <p:cNvSpPr/>
          <p:nvPr/>
        </p:nvSpPr>
        <p:spPr>
          <a:xfrm>
            <a:off x="1176338" y="9429750"/>
            <a:ext cx="12887325" cy="542925"/>
          </a:xfrm>
          <a:prstGeom prst="rect">
            <a:avLst/>
          </a:prstGeom>
          <a:noFill/>
          <a:ln/>
        </p:spPr>
        <p:txBody>
          <a:bodyPr wrap="square" lIns="25400" tIns="25400" rIns="25400" bIns="25400" rtlCol="0" anchor="t">
            <a:normAutofit/>
          </a:bodyPr>
          <a:lstStyle/>
          <a:p>
            <a:pPr marL="0" indent="0" algn="ctr">
              <a:buNone/>
            </a:pPr>
            <a:r>
              <a:rPr lang="en-US" sz="3000" b="1" i="1" dirty="0">
                <a:solidFill>
                  <a:srgbClr val="000000"/>
                </a:solidFill>
                <a:latin typeface="Segoe UI" pitchFamily="34" charset="0"/>
                <a:ea typeface="Segoe UI" pitchFamily="34" charset="-122"/>
                <a:cs typeface="Segoe UI" pitchFamily="34" charset="-120"/>
              </a:rPr>
              <a:t>ASTRO 331 – Space Systems Engineering</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Prerequisites</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Text 14"/>
          <p:cNvSpPr/>
          <p:nvPr/>
        </p:nvSpPr>
        <p:spPr>
          <a:xfrm>
            <a:off x="1809750" y="1714500"/>
            <a:ext cx="12845415" cy="423863"/>
          </a:xfrm>
          <a:prstGeom prst="rect">
            <a:avLst/>
          </a:prstGeom>
          <a:noFill/>
          <a:ln/>
        </p:spPr>
        <p:txBody>
          <a:bodyPr wrap="square" lIns="25400" tIns="25400" rIns="25400" bIns="25400" rtlCol="0" anchor="t">
            <a:normAutofit/>
          </a:bodyPr>
          <a:lstStyle/>
          <a:p>
            <a:pPr marL="0" indent="0" algn="l">
              <a:lnSpc>
                <a:spcPct val="101250"/>
              </a:lnSpc>
              <a:buNone/>
            </a:pPr>
            <a:r>
              <a:rPr lang="en-US" sz="2250" dirty="0">
                <a:solidFill>
                  <a:srgbClr val="000000"/>
                </a:solidFill>
                <a:latin typeface="Segoe UI" pitchFamily="34" charset="0"/>
                <a:ea typeface="Segoe UI" pitchFamily="34" charset="-122"/>
                <a:cs typeface="Segoe UI" pitchFamily="34" charset="-120"/>
              </a:rPr>
              <a:t>Complete before your first agent session:</a:t>
            </a:r>
            <a:endParaRPr lang="en-US" sz="2250" dirty="0"/>
          </a:p>
        </p:txBody>
      </p:sp>
      <p:sp>
        <p:nvSpPr>
          <p:cNvPr id="18" name="Shape 15"/>
          <p:cNvSpPr/>
          <p:nvPr/>
        </p:nvSpPr>
        <p:spPr>
          <a:xfrm>
            <a:off x="1809750" y="2533650"/>
            <a:ext cx="285750" cy="285750"/>
          </a:xfrm>
          <a:prstGeom prst="roundRect">
            <a:avLst>
              <a:gd name="adj" fmla="val 13333"/>
            </a:avLst>
          </a:prstGeom>
          <a:ln w="28575">
            <a:solidFill>
              <a:srgbClr val="000000"/>
            </a:solidFill>
            <a:prstDash val="solid"/>
          </a:ln>
        </p:spPr>
        <p:txBody>
          <a:bodyPr/>
          <a:lstStyle/>
          <a:p>
            <a:endParaRPr lang="en-US"/>
          </a:p>
        </p:txBody>
      </p:sp>
      <p:sp>
        <p:nvSpPr>
          <p:cNvPr id="19" name="Text 16"/>
          <p:cNvSpPr/>
          <p:nvPr/>
        </p:nvSpPr>
        <p:spPr>
          <a:xfrm>
            <a:off x="2381250" y="2476500"/>
            <a:ext cx="39814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000000"/>
                </a:solidFill>
                <a:latin typeface="Segoe UI" pitchFamily="34" charset="0"/>
                <a:ea typeface="Segoe UI" pitchFamily="34" charset="-122"/>
                <a:cs typeface="Segoe UI" pitchFamily="34" charset="-120"/>
              </a:rPr>
              <a:t>GitHub account</a:t>
            </a:r>
            <a:endParaRPr lang="en-US" sz="2250" dirty="0"/>
          </a:p>
        </p:txBody>
      </p:sp>
      <p:sp>
        <p:nvSpPr>
          <p:cNvPr id="20" name="Text 17"/>
          <p:cNvSpPr/>
          <p:nvPr/>
        </p:nvSpPr>
        <p:spPr>
          <a:xfrm>
            <a:off x="6000750" y="2495550"/>
            <a:ext cx="771125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One per cadet. Verify student status at education.github.com for free Copilot access.</a:t>
            </a:r>
            <a:endParaRPr lang="en-US" sz="2100" dirty="0"/>
          </a:p>
        </p:txBody>
      </p:sp>
      <p:sp>
        <p:nvSpPr>
          <p:cNvPr id="21" name="Shape 18"/>
          <p:cNvSpPr/>
          <p:nvPr/>
        </p:nvSpPr>
        <p:spPr>
          <a:xfrm>
            <a:off x="1809750" y="3596580"/>
            <a:ext cx="285750" cy="285750"/>
          </a:xfrm>
          <a:prstGeom prst="roundRect">
            <a:avLst>
              <a:gd name="adj" fmla="val 13333"/>
            </a:avLst>
          </a:prstGeom>
          <a:ln w="28575">
            <a:solidFill>
              <a:srgbClr val="000000"/>
            </a:solidFill>
            <a:prstDash val="solid"/>
          </a:ln>
        </p:spPr>
        <p:txBody>
          <a:bodyPr/>
          <a:lstStyle/>
          <a:p>
            <a:endParaRPr lang="en-US"/>
          </a:p>
        </p:txBody>
      </p:sp>
      <p:sp>
        <p:nvSpPr>
          <p:cNvPr id="22" name="Text 19"/>
          <p:cNvSpPr/>
          <p:nvPr/>
        </p:nvSpPr>
        <p:spPr>
          <a:xfrm>
            <a:off x="2381250" y="3539430"/>
            <a:ext cx="39814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000000"/>
                </a:solidFill>
                <a:latin typeface="Segoe UI" pitchFamily="34" charset="0"/>
                <a:ea typeface="Segoe UI" pitchFamily="34" charset="-122"/>
                <a:cs typeface="Segoe UI" pitchFamily="34" charset="-120"/>
              </a:rPr>
              <a:t>GitHub Desktop</a:t>
            </a:r>
            <a:endParaRPr lang="en-US" sz="2250" dirty="0"/>
          </a:p>
        </p:txBody>
      </p:sp>
      <p:sp>
        <p:nvSpPr>
          <p:cNvPr id="23" name="Text 20"/>
          <p:cNvSpPr/>
          <p:nvPr/>
        </p:nvSpPr>
        <p:spPr>
          <a:xfrm>
            <a:off x="6000750" y="3558480"/>
            <a:ext cx="771125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Install and sign in with your GitHub account (GitHub Desktop is proffered for this class, but other Git utilities are fine).</a:t>
            </a:r>
            <a:endParaRPr lang="en-US" sz="2100" dirty="0"/>
          </a:p>
        </p:txBody>
      </p:sp>
      <p:sp>
        <p:nvSpPr>
          <p:cNvPr id="24" name="Shape 21"/>
          <p:cNvSpPr/>
          <p:nvPr/>
        </p:nvSpPr>
        <p:spPr>
          <a:xfrm>
            <a:off x="1809750" y="4659511"/>
            <a:ext cx="285750" cy="285750"/>
          </a:xfrm>
          <a:prstGeom prst="roundRect">
            <a:avLst>
              <a:gd name="adj" fmla="val 13333"/>
            </a:avLst>
          </a:prstGeom>
          <a:ln w="28575">
            <a:solidFill>
              <a:srgbClr val="000000"/>
            </a:solidFill>
            <a:prstDash val="solid"/>
          </a:ln>
        </p:spPr>
        <p:txBody>
          <a:bodyPr/>
          <a:lstStyle/>
          <a:p>
            <a:endParaRPr lang="en-US"/>
          </a:p>
        </p:txBody>
      </p:sp>
      <p:sp>
        <p:nvSpPr>
          <p:cNvPr id="25" name="Text 22"/>
          <p:cNvSpPr/>
          <p:nvPr/>
        </p:nvSpPr>
        <p:spPr>
          <a:xfrm>
            <a:off x="2381250" y="4602361"/>
            <a:ext cx="39814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000000"/>
                </a:solidFill>
                <a:latin typeface="Segoe UI" pitchFamily="34" charset="0"/>
                <a:ea typeface="Segoe UI" pitchFamily="34" charset="-122"/>
                <a:cs typeface="Segoe UI" pitchFamily="34" charset="-120"/>
              </a:rPr>
              <a:t>VS Code + PlatformIO</a:t>
            </a:r>
            <a:endParaRPr lang="en-US" sz="2250" dirty="0"/>
          </a:p>
        </p:txBody>
      </p:sp>
      <p:sp>
        <p:nvSpPr>
          <p:cNvPr id="26" name="Text 23"/>
          <p:cNvSpPr/>
          <p:nvPr/>
        </p:nvSpPr>
        <p:spPr>
          <a:xfrm>
            <a:off x="6000750" y="4621411"/>
            <a:ext cx="771125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Already installed from earlier labs. Confirm a lab project still builds.</a:t>
            </a:r>
            <a:endParaRPr lang="en-US" sz="2100" dirty="0"/>
          </a:p>
        </p:txBody>
      </p:sp>
      <p:sp>
        <p:nvSpPr>
          <p:cNvPr id="27" name="Shape 24"/>
          <p:cNvSpPr/>
          <p:nvPr/>
        </p:nvSpPr>
        <p:spPr>
          <a:xfrm>
            <a:off x="1809750" y="5722441"/>
            <a:ext cx="285750" cy="285750"/>
          </a:xfrm>
          <a:prstGeom prst="roundRect">
            <a:avLst>
              <a:gd name="adj" fmla="val 13333"/>
            </a:avLst>
          </a:prstGeom>
          <a:ln w="28575">
            <a:solidFill>
              <a:srgbClr val="000000"/>
            </a:solidFill>
            <a:prstDash val="solid"/>
          </a:ln>
        </p:spPr>
        <p:txBody>
          <a:bodyPr/>
          <a:lstStyle/>
          <a:p>
            <a:endParaRPr lang="en-US"/>
          </a:p>
        </p:txBody>
      </p:sp>
      <p:sp>
        <p:nvSpPr>
          <p:cNvPr id="28" name="Text 25"/>
          <p:cNvSpPr/>
          <p:nvPr/>
        </p:nvSpPr>
        <p:spPr>
          <a:xfrm>
            <a:off x="2381250" y="5665291"/>
            <a:ext cx="39814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000000"/>
                </a:solidFill>
                <a:latin typeface="Segoe UI" pitchFamily="34" charset="0"/>
                <a:ea typeface="Segoe UI" pitchFamily="34" charset="-122"/>
                <a:cs typeface="Segoe UI" pitchFamily="34" charset="-120"/>
              </a:rPr>
              <a:t>Coding agent account</a:t>
            </a:r>
            <a:endParaRPr lang="en-US" sz="2250" dirty="0"/>
          </a:p>
        </p:txBody>
      </p:sp>
      <p:sp>
        <p:nvSpPr>
          <p:cNvPr id="29" name="Text 26"/>
          <p:cNvSpPr/>
          <p:nvPr/>
        </p:nvSpPr>
        <p:spPr>
          <a:xfrm>
            <a:off x="6000750" y="5684341"/>
            <a:ext cx="771125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Claude Pro, or a free option (Codex, Copilot Student). See Agent Tool Options.</a:t>
            </a:r>
            <a:endParaRPr lang="en-US" sz="2100" dirty="0"/>
          </a:p>
        </p:txBody>
      </p:sp>
      <p:sp>
        <p:nvSpPr>
          <p:cNvPr id="30" name="Shape 27"/>
          <p:cNvSpPr/>
          <p:nvPr/>
        </p:nvSpPr>
        <p:spPr>
          <a:xfrm>
            <a:off x="1809750" y="6785372"/>
            <a:ext cx="285750" cy="285750"/>
          </a:xfrm>
          <a:prstGeom prst="roundRect">
            <a:avLst>
              <a:gd name="adj" fmla="val 13333"/>
            </a:avLst>
          </a:prstGeom>
          <a:ln w="28575">
            <a:solidFill>
              <a:srgbClr val="000000"/>
            </a:solidFill>
            <a:prstDash val="solid"/>
          </a:ln>
        </p:spPr>
        <p:txBody>
          <a:bodyPr/>
          <a:lstStyle/>
          <a:p>
            <a:endParaRPr lang="en-US"/>
          </a:p>
        </p:txBody>
      </p:sp>
      <p:sp>
        <p:nvSpPr>
          <p:cNvPr id="31" name="Text 28"/>
          <p:cNvSpPr/>
          <p:nvPr/>
        </p:nvSpPr>
        <p:spPr>
          <a:xfrm>
            <a:off x="2381250" y="6728222"/>
            <a:ext cx="39814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000000"/>
                </a:solidFill>
                <a:latin typeface="Segoe UI" pitchFamily="34" charset="0"/>
                <a:ea typeface="Segoe UI" pitchFamily="34" charset="-122"/>
                <a:cs typeface="Segoe UI" pitchFamily="34" charset="-120"/>
              </a:rPr>
              <a:t>KestrelSAT GCS</a:t>
            </a:r>
            <a:endParaRPr lang="en-US" sz="2250" dirty="0"/>
          </a:p>
        </p:txBody>
      </p:sp>
      <p:sp>
        <p:nvSpPr>
          <p:cNvPr id="32" name="Text 29"/>
          <p:cNvSpPr/>
          <p:nvPr/>
        </p:nvSpPr>
        <p:spPr>
          <a:xfrm>
            <a:off x="6000750" y="6747272"/>
            <a:ext cx="771125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Installed, with KestrelSAT, USB cable, and XBee radio on hand for testing.</a:t>
            </a:r>
            <a:endParaRPr lang="en-US" sz="2100" dirty="0"/>
          </a:p>
        </p:txBody>
      </p:sp>
      <p:sp>
        <p:nvSpPr>
          <p:cNvPr id="33" name="Text 30"/>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34" name="Text 31"/>
          <p:cNvSpPr/>
          <p:nvPr/>
        </p:nvSpPr>
        <p:spPr>
          <a:xfrm>
            <a:off x="13459420" y="9810750"/>
            <a:ext cx="19943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2</a:t>
            </a:r>
            <a:endParaRPr lang="en-US" sz="1800" dirty="0"/>
          </a:p>
        </p:txBody>
      </p:sp>
      <p:pic>
        <p:nvPicPr>
          <p:cNvPr id="36" name="Image 0" descr="preencoded.png">
            <a:extLst>
              <a:ext uri="{FF2B5EF4-FFF2-40B4-BE49-F238E27FC236}">
                <a16:creationId xmlns:a16="http://schemas.microsoft.com/office/drawing/2014/main" id="{AB245929-30C7-AD8B-B7EE-F84D182CD66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Method (Review)</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2000250" y="1714500"/>
            <a:ext cx="2381250" cy="1333500"/>
          </a:xfrm>
          <a:prstGeom prst="roundRect">
            <a:avLst>
              <a:gd name="adj" fmla="val 5714"/>
            </a:avLst>
          </a:prstGeom>
          <a:solidFill>
            <a:srgbClr val="152A47"/>
          </a:solidFill>
          <a:ln/>
        </p:spPr>
        <p:txBody>
          <a:bodyPr/>
          <a:lstStyle/>
          <a:p>
            <a:endParaRPr lang="en-US"/>
          </a:p>
        </p:txBody>
      </p:sp>
      <p:sp>
        <p:nvSpPr>
          <p:cNvPr id="18" name="Text 15"/>
          <p:cNvSpPr/>
          <p:nvPr/>
        </p:nvSpPr>
        <p:spPr>
          <a:xfrm>
            <a:off x="2651522" y="2000250"/>
            <a:ext cx="1154906"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Segoe UI" pitchFamily="34" charset="0"/>
                <a:ea typeface="Segoe UI" pitchFamily="34" charset="-122"/>
                <a:cs typeface="Segoe UI" pitchFamily="34" charset="-120"/>
              </a:rPr>
              <a:t>SPECIFY</a:t>
            </a:r>
            <a:endParaRPr lang="en-US" sz="2250" dirty="0"/>
          </a:p>
        </p:txBody>
      </p:sp>
      <p:sp>
        <p:nvSpPr>
          <p:cNvPr id="19" name="Text 16"/>
          <p:cNvSpPr/>
          <p:nvPr/>
        </p:nvSpPr>
        <p:spPr>
          <a:xfrm>
            <a:off x="2023467" y="2457450"/>
            <a:ext cx="256813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Segoe UI" pitchFamily="34" charset="0"/>
                <a:ea typeface="Segoe UI" pitchFamily="34" charset="-122"/>
                <a:cs typeface="Segoe UI" pitchFamily="34" charset="-120"/>
              </a:rPr>
              <a:t>Verifiable requirements</a:t>
            </a:r>
            <a:endParaRPr lang="en-US" sz="1800" dirty="0"/>
          </a:p>
        </p:txBody>
      </p:sp>
      <p:sp>
        <p:nvSpPr>
          <p:cNvPr id="20" name="Shape 17"/>
          <p:cNvSpPr/>
          <p:nvPr/>
        </p:nvSpPr>
        <p:spPr>
          <a:xfrm>
            <a:off x="4457700" y="2366963"/>
            <a:ext cx="285750" cy="28575"/>
          </a:xfrm>
          <a:prstGeom prst="rect">
            <a:avLst/>
          </a:prstGeom>
          <a:solidFill>
            <a:srgbClr val="000000"/>
          </a:solidFill>
          <a:ln/>
        </p:spPr>
        <p:txBody>
          <a:bodyPr/>
          <a:lstStyle/>
          <a:p>
            <a:endParaRPr lang="en-US"/>
          </a:p>
        </p:txBody>
      </p:sp>
      <p:sp>
        <p:nvSpPr>
          <p:cNvPr id="21" name="Shape 18"/>
          <p:cNvSpPr/>
          <p:nvPr/>
        </p:nvSpPr>
        <p:spPr>
          <a:xfrm>
            <a:off x="4743450" y="2305050"/>
            <a:ext cx="133350" cy="152400"/>
          </a:xfrm>
          <a:prstGeom prst="rect">
            <a:avLst/>
          </a:prstGeom>
          <a:solidFill>
            <a:srgbClr val="000000"/>
          </a:solidFill>
          <a:ln/>
        </p:spPr>
        <p:txBody>
          <a:bodyPr/>
          <a:lstStyle/>
          <a:p>
            <a:endParaRPr lang="en-US"/>
          </a:p>
        </p:txBody>
      </p:sp>
      <p:sp>
        <p:nvSpPr>
          <p:cNvPr id="22" name="Shape 19"/>
          <p:cNvSpPr/>
          <p:nvPr/>
        </p:nvSpPr>
        <p:spPr>
          <a:xfrm>
            <a:off x="4953000" y="1714500"/>
            <a:ext cx="2381250" cy="1333500"/>
          </a:xfrm>
          <a:prstGeom prst="roundRect">
            <a:avLst>
              <a:gd name="adj" fmla="val 5714"/>
            </a:avLst>
          </a:prstGeom>
          <a:solidFill>
            <a:srgbClr val="D97D0D"/>
          </a:solidFill>
          <a:ln/>
        </p:spPr>
        <p:txBody>
          <a:bodyPr/>
          <a:lstStyle/>
          <a:p>
            <a:endParaRPr lang="en-US"/>
          </a:p>
        </p:txBody>
      </p:sp>
      <p:sp>
        <p:nvSpPr>
          <p:cNvPr id="23" name="Text 20"/>
          <p:cNvSpPr/>
          <p:nvPr/>
        </p:nvSpPr>
        <p:spPr>
          <a:xfrm>
            <a:off x="5433566" y="1847850"/>
            <a:ext cx="156213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Segoe UI" pitchFamily="34" charset="0"/>
                <a:ea typeface="Segoe UI" pitchFamily="34" charset="-122"/>
                <a:cs typeface="Segoe UI" pitchFamily="34" charset="-120"/>
              </a:rPr>
              <a:t>GENERATE</a:t>
            </a:r>
            <a:endParaRPr lang="en-US" sz="2250" dirty="0"/>
          </a:p>
        </p:txBody>
      </p:sp>
      <p:sp>
        <p:nvSpPr>
          <p:cNvPr id="24" name="Text 21"/>
          <p:cNvSpPr/>
          <p:nvPr/>
        </p:nvSpPr>
        <p:spPr>
          <a:xfrm>
            <a:off x="4914900" y="2305050"/>
            <a:ext cx="2457450" cy="647700"/>
          </a:xfrm>
          <a:prstGeom prst="rect">
            <a:avLst/>
          </a:prstGeom>
          <a:noFill/>
          <a:ln/>
        </p:spPr>
        <p:txBody>
          <a:bodyPr wrap="square" lIns="25400" tIns="25400" rIns="25400" bIns="25400" rtlCol="0" anchor="t">
            <a:normAutofit/>
          </a:bodyPr>
          <a:lstStyle/>
          <a:p>
            <a:pPr marL="0" indent="0" algn="ctr">
              <a:buNone/>
            </a:pPr>
            <a:r>
              <a:rPr lang="en-US" sz="1800" dirty="0">
                <a:solidFill>
                  <a:srgbClr val="FFFFFF"/>
                </a:solidFill>
                <a:latin typeface="Segoe UI" pitchFamily="34" charset="0"/>
                <a:ea typeface="Segoe UI" pitchFamily="34" charset="-122"/>
                <a:cs typeface="Segoe UI" pitchFamily="34" charset="-120"/>
              </a:rPr>
              <a:t>Agent proposes a design</a:t>
            </a:r>
            <a:endParaRPr lang="en-US" sz="1800" dirty="0"/>
          </a:p>
        </p:txBody>
      </p:sp>
      <p:sp>
        <p:nvSpPr>
          <p:cNvPr id="25" name="Shape 22"/>
          <p:cNvSpPr/>
          <p:nvPr/>
        </p:nvSpPr>
        <p:spPr>
          <a:xfrm>
            <a:off x="7410450" y="2366963"/>
            <a:ext cx="285750" cy="28575"/>
          </a:xfrm>
          <a:prstGeom prst="rect">
            <a:avLst/>
          </a:prstGeom>
          <a:solidFill>
            <a:srgbClr val="000000"/>
          </a:solidFill>
          <a:ln/>
        </p:spPr>
        <p:txBody>
          <a:bodyPr/>
          <a:lstStyle/>
          <a:p>
            <a:endParaRPr lang="en-US"/>
          </a:p>
        </p:txBody>
      </p:sp>
      <p:sp>
        <p:nvSpPr>
          <p:cNvPr id="26" name="Shape 23"/>
          <p:cNvSpPr/>
          <p:nvPr/>
        </p:nvSpPr>
        <p:spPr>
          <a:xfrm>
            <a:off x="7696200" y="2305050"/>
            <a:ext cx="133350" cy="152400"/>
          </a:xfrm>
          <a:prstGeom prst="rect">
            <a:avLst/>
          </a:prstGeom>
          <a:solidFill>
            <a:srgbClr val="000000"/>
          </a:solidFill>
          <a:ln/>
        </p:spPr>
        <p:txBody>
          <a:bodyPr/>
          <a:lstStyle/>
          <a:p>
            <a:endParaRPr lang="en-US"/>
          </a:p>
        </p:txBody>
      </p:sp>
      <p:sp>
        <p:nvSpPr>
          <p:cNvPr id="27" name="Shape 24"/>
          <p:cNvSpPr/>
          <p:nvPr/>
        </p:nvSpPr>
        <p:spPr>
          <a:xfrm>
            <a:off x="7905750" y="1714500"/>
            <a:ext cx="2381250" cy="1333500"/>
          </a:xfrm>
          <a:prstGeom prst="roundRect">
            <a:avLst>
              <a:gd name="adj" fmla="val 5714"/>
            </a:avLst>
          </a:prstGeom>
          <a:solidFill>
            <a:srgbClr val="1F6FB2"/>
          </a:solidFill>
          <a:ln/>
        </p:spPr>
        <p:txBody>
          <a:bodyPr/>
          <a:lstStyle/>
          <a:p>
            <a:endParaRPr lang="en-US"/>
          </a:p>
        </p:txBody>
      </p:sp>
      <p:sp>
        <p:nvSpPr>
          <p:cNvPr id="28" name="Text 25"/>
          <p:cNvSpPr/>
          <p:nvPr/>
        </p:nvSpPr>
        <p:spPr>
          <a:xfrm>
            <a:off x="8268146" y="1847850"/>
            <a:ext cx="1822103"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Segoe UI" pitchFamily="34" charset="0"/>
                <a:ea typeface="Segoe UI" pitchFamily="34" charset="-122"/>
                <a:cs typeface="Segoe UI" pitchFamily="34" charset="-120"/>
              </a:rPr>
              <a:t>IMPLEMENT</a:t>
            </a:r>
            <a:endParaRPr lang="en-US" sz="2250" dirty="0"/>
          </a:p>
        </p:txBody>
      </p:sp>
      <p:sp>
        <p:nvSpPr>
          <p:cNvPr id="29" name="Text 26"/>
          <p:cNvSpPr/>
          <p:nvPr/>
        </p:nvSpPr>
        <p:spPr>
          <a:xfrm>
            <a:off x="7867650" y="2305050"/>
            <a:ext cx="2457450" cy="647700"/>
          </a:xfrm>
          <a:prstGeom prst="rect">
            <a:avLst/>
          </a:prstGeom>
          <a:noFill/>
          <a:ln/>
        </p:spPr>
        <p:txBody>
          <a:bodyPr wrap="square" lIns="25400" tIns="25400" rIns="25400" bIns="25400" rtlCol="0" anchor="t">
            <a:normAutofit/>
          </a:bodyPr>
          <a:lstStyle/>
          <a:p>
            <a:pPr marL="0" indent="0" algn="ctr">
              <a:buNone/>
            </a:pPr>
            <a:r>
              <a:rPr lang="en-US" sz="1800" dirty="0">
                <a:solidFill>
                  <a:srgbClr val="FFFFFF"/>
                </a:solidFill>
                <a:latin typeface="Segoe UI" pitchFamily="34" charset="0"/>
                <a:ea typeface="Segoe UI" pitchFamily="34" charset="-122"/>
                <a:cs typeface="Segoe UI" pitchFamily="34" charset="-120"/>
              </a:rPr>
              <a:t>Trusted tool(s) make it real</a:t>
            </a:r>
            <a:endParaRPr lang="en-US" sz="1800" dirty="0"/>
          </a:p>
        </p:txBody>
      </p:sp>
      <p:sp>
        <p:nvSpPr>
          <p:cNvPr id="30" name="Shape 27"/>
          <p:cNvSpPr/>
          <p:nvPr/>
        </p:nvSpPr>
        <p:spPr>
          <a:xfrm>
            <a:off x="10363200" y="2366963"/>
            <a:ext cx="285750" cy="28575"/>
          </a:xfrm>
          <a:prstGeom prst="rect">
            <a:avLst/>
          </a:prstGeom>
          <a:solidFill>
            <a:srgbClr val="000000"/>
          </a:solidFill>
          <a:ln/>
        </p:spPr>
        <p:txBody>
          <a:bodyPr/>
          <a:lstStyle/>
          <a:p>
            <a:endParaRPr lang="en-US"/>
          </a:p>
        </p:txBody>
      </p:sp>
      <p:sp>
        <p:nvSpPr>
          <p:cNvPr id="31" name="Shape 28"/>
          <p:cNvSpPr/>
          <p:nvPr/>
        </p:nvSpPr>
        <p:spPr>
          <a:xfrm>
            <a:off x="10648950" y="2305050"/>
            <a:ext cx="133350" cy="152400"/>
          </a:xfrm>
          <a:prstGeom prst="rect">
            <a:avLst/>
          </a:prstGeom>
          <a:solidFill>
            <a:srgbClr val="000000"/>
          </a:solidFill>
          <a:ln/>
        </p:spPr>
        <p:txBody>
          <a:bodyPr/>
          <a:lstStyle/>
          <a:p>
            <a:endParaRPr lang="en-US"/>
          </a:p>
        </p:txBody>
      </p:sp>
      <p:sp>
        <p:nvSpPr>
          <p:cNvPr id="32" name="Shape 29"/>
          <p:cNvSpPr/>
          <p:nvPr/>
        </p:nvSpPr>
        <p:spPr>
          <a:xfrm>
            <a:off x="10858500" y="1714500"/>
            <a:ext cx="2381250" cy="1333500"/>
          </a:xfrm>
          <a:prstGeom prst="roundRect">
            <a:avLst>
              <a:gd name="adj" fmla="val 5714"/>
            </a:avLst>
          </a:prstGeom>
          <a:solidFill>
            <a:srgbClr val="3E8E52"/>
          </a:solidFill>
          <a:ln/>
        </p:spPr>
        <p:txBody>
          <a:bodyPr/>
          <a:lstStyle/>
          <a:p>
            <a:endParaRPr lang="en-US"/>
          </a:p>
        </p:txBody>
      </p:sp>
      <p:sp>
        <p:nvSpPr>
          <p:cNvPr id="33" name="Text 30"/>
          <p:cNvSpPr/>
          <p:nvPr/>
        </p:nvSpPr>
        <p:spPr>
          <a:xfrm>
            <a:off x="11186220" y="2000250"/>
            <a:ext cx="1898228"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Segoe UI" pitchFamily="34" charset="0"/>
                <a:ea typeface="Segoe UI" pitchFamily="34" charset="-122"/>
                <a:cs typeface="Segoe UI" pitchFamily="34" charset="-120"/>
              </a:rPr>
              <a:t>ADJUDICATE</a:t>
            </a:r>
            <a:endParaRPr lang="en-US" sz="2250" dirty="0"/>
          </a:p>
        </p:txBody>
      </p:sp>
      <p:sp>
        <p:nvSpPr>
          <p:cNvPr id="34" name="Text 31"/>
          <p:cNvSpPr/>
          <p:nvPr/>
        </p:nvSpPr>
        <p:spPr>
          <a:xfrm>
            <a:off x="10921454" y="2457450"/>
            <a:ext cx="2480876"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Segoe UI" pitchFamily="34" charset="0"/>
                <a:ea typeface="Segoe UI" pitchFamily="34" charset="-122"/>
                <a:cs typeface="Segoe UI" pitchFamily="34" charset="-120"/>
              </a:rPr>
              <a:t>Engineer owns the call</a:t>
            </a:r>
            <a:endParaRPr lang="en-US" sz="1800" dirty="0"/>
          </a:p>
        </p:txBody>
      </p:sp>
      <p:sp>
        <p:nvSpPr>
          <p:cNvPr id="35" name="Shape 32"/>
          <p:cNvSpPr/>
          <p:nvPr/>
        </p:nvSpPr>
        <p:spPr>
          <a:xfrm>
            <a:off x="3181350" y="3524250"/>
            <a:ext cx="8915400" cy="28575"/>
          </a:xfrm>
          <a:prstGeom prst="rect">
            <a:avLst/>
          </a:prstGeom>
          <a:solidFill>
            <a:srgbClr val="000000"/>
          </a:solidFill>
          <a:ln/>
        </p:spPr>
        <p:txBody>
          <a:bodyPr/>
          <a:lstStyle/>
          <a:p>
            <a:endParaRPr lang="en-US"/>
          </a:p>
        </p:txBody>
      </p:sp>
      <p:sp>
        <p:nvSpPr>
          <p:cNvPr id="36" name="Shape 33"/>
          <p:cNvSpPr/>
          <p:nvPr/>
        </p:nvSpPr>
        <p:spPr>
          <a:xfrm>
            <a:off x="3181350" y="3048000"/>
            <a:ext cx="28575" cy="504825"/>
          </a:xfrm>
          <a:prstGeom prst="rect">
            <a:avLst/>
          </a:prstGeom>
          <a:solidFill>
            <a:srgbClr val="000000"/>
          </a:solidFill>
          <a:ln/>
        </p:spPr>
        <p:txBody>
          <a:bodyPr/>
          <a:lstStyle/>
          <a:p>
            <a:endParaRPr lang="en-US"/>
          </a:p>
        </p:txBody>
      </p:sp>
      <p:sp>
        <p:nvSpPr>
          <p:cNvPr id="37" name="Shape 34"/>
          <p:cNvSpPr/>
          <p:nvPr/>
        </p:nvSpPr>
        <p:spPr>
          <a:xfrm>
            <a:off x="12068175" y="3048000"/>
            <a:ext cx="28575" cy="504825"/>
          </a:xfrm>
          <a:prstGeom prst="rect">
            <a:avLst/>
          </a:prstGeom>
          <a:solidFill>
            <a:srgbClr val="000000"/>
          </a:solidFill>
          <a:ln/>
        </p:spPr>
        <p:txBody>
          <a:bodyPr/>
          <a:lstStyle/>
          <a:p>
            <a:endParaRPr lang="en-US"/>
          </a:p>
        </p:txBody>
      </p:sp>
      <p:sp>
        <p:nvSpPr>
          <p:cNvPr id="38" name="Shape 35"/>
          <p:cNvSpPr/>
          <p:nvPr/>
        </p:nvSpPr>
        <p:spPr>
          <a:xfrm>
            <a:off x="3114675" y="3048000"/>
            <a:ext cx="152400" cy="133350"/>
          </a:xfrm>
          <a:prstGeom prst="rect">
            <a:avLst/>
          </a:prstGeom>
          <a:solidFill>
            <a:srgbClr val="000000"/>
          </a:solidFill>
          <a:ln/>
        </p:spPr>
        <p:txBody>
          <a:bodyPr/>
          <a:lstStyle/>
          <a:p>
            <a:endParaRPr lang="en-US"/>
          </a:p>
        </p:txBody>
      </p:sp>
      <p:sp>
        <p:nvSpPr>
          <p:cNvPr id="39" name="Shape 36"/>
          <p:cNvSpPr/>
          <p:nvPr/>
        </p:nvSpPr>
        <p:spPr>
          <a:xfrm>
            <a:off x="6124575" y="3143250"/>
            <a:ext cx="28575" cy="381000"/>
          </a:xfrm>
          <a:prstGeom prst="rect">
            <a:avLst/>
          </a:prstGeom>
          <a:solidFill>
            <a:srgbClr val="000000"/>
          </a:solidFill>
          <a:ln/>
        </p:spPr>
        <p:txBody>
          <a:bodyPr/>
          <a:lstStyle/>
          <a:p>
            <a:endParaRPr lang="en-US"/>
          </a:p>
        </p:txBody>
      </p:sp>
      <p:sp>
        <p:nvSpPr>
          <p:cNvPr id="40" name="Shape 37"/>
          <p:cNvSpPr/>
          <p:nvPr/>
        </p:nvSpPr>
        <p:spPr>
          <a:xfrm>
            <a:off x="6067425" y="3048000"/>
            <a:ext cx="152400" cy="133350"/>
          </a:xfrm>
          <a:prstGeom prst="rect">
            <a:avLst/>
          </a:prstGeom>
          <a:solidFill>
            <a:srgbClr val="000000"/>
          </a:solidFill>
          <a:ln/>
        </p:spPr>
        <p:txBody>
          <a:bodyPr/>
          <a:lstStyle/>
          <a:p>
            <a:endParaRPr lang="en-US"/>
          </a:p>
        </p:txBody>
      </p:sp>
      <p:sp>
        <p:nvSpPr>
          <p:cNvPr id="41" name="Shape 38"/>
          <p:cNvSpPr/>
          <p:nvPr/>
        </p:nvSpPr>
        <p:spPr>
          <a:xfrm>
            <a:off x="9077325" y="3143250"/>
            <a:ext cx="28575" cy="381000"/>
          </a:xfrm>
          <a:prstGeom prst="rect">
            <a:avLst/>
          </a:prstGeom>
          <a:solidFill>
            <a:srgbClr val="000000"/>
          </a:solidFill>
          <a:ln/>
        </p:spPr>
        <p:txBody>
          <a:bodyPr/>
          <a:lstStyle/>
          <a:p>
            <a:endParaRPr lang="en-US"/>
          </a:p>
        </p:txBody>
      </p:sp>
      <p:sp>
        <p:nvSpPr>
          <p:cNvPr id="42" name="Shape 39"/>
          <p:cNvSpPr/>
          <p:nvPr/>
        </p:nvSpPr>
        <p:spPr>
          <a:xfrm>
            <a:off x="9020175" y="3048000"/>
            <a:ext cx="152400" cy="133350"/>
          </a:xfrm>
          <a:prstGeom prst="rect">
            <a:avLst/>
          </a:prstGeom>
          <a:solidFill>
            <a:srgbClr val="000000"/>
          </a:solidFill>
          <a:ln/>
        </p:spPr>
        <p:txBody>
          <a:bodyPr/>
          <a:lstStyle/>
          <a:p>
            <a:endParaRPr lang="en-US"/>
          </a:p>
        </p:txBody>
      </p:sp>
      <p:sp>
        <p:nvSpPr>
          <p:cNvPr id="43" name="Shape 40"/>
          <p:cNvSpPr/>
          <p:nvPr/>
        </p:nvSpPr>
        <p:spPr>
          <a:xfrm>
            <a:off x="6869757" y="3371850"/>
            <a:ext cx="1500336" cy="352425"/>
          </a:xfrm>
          <a:prstGeom prst="rect">
            <a:avLst/>
          </a:prstGeom>
          <a:solidFill>
            <a:srgbClr val="FFFFFF"/>
          </a:solidFill>
          <a:ln/>
        </p:spPr>
        <p:txBody>
          <a:bodyPr/>
          <a:lstStyle/>
          <a:p>
            <a:endParaRPr lang="en-US"/>
          </a:p>
        </p:txBody>
      </p:sp>
      <p:sp>
        <p:nvSpPr>
          <p:cNvPr id="44" name="Text 41"/>
          <p:cNvSpPr/>
          <p:nvPr/>
        </p:nvSpPr>
        <p:spPr>
          <a:xfrm>
            <a:off x="7041207" y="3371850"/>
            <a:ext cx="1307470" cy="390525"/>
          </a:xfrm>
          <a:prstGeom prst="rect">
            <a:avLst/>
          </a:prstGeom>
          <a:noFill/>
          <a:ln/>
        </p:spPr>
        <p:txBody>
          <a:bodyPr wrap="square" lIns="25400" tIns="25400" rIns="25400" bIns="25400" rtlCol="0" anchor="t">
            <a:normAutofit/>
          </a:bodyPr>
          <a:lstStyle/>
          <a:p>
            <a:pPr marL="0" indent="0" algn="l">
              <a:buNone/>
            </a:pPr>
            <a:r>
              <a:rPr lang="en-US" sz="2100" b="1" kern="0" spc="150" dirty="0">
                <a:solidFill>
                  <a:srgbClr val="000000"/>
                </a:solidFill>
                <a:latin typeface="Segoe UI" pitchFamily="34" charset="0"/>
                <a:ea typeface="Segoe UI" pitchFamily="34" charset="-122"/>
                <a:cs typeface="Segoe UI" pitchFamily="34" charset="-120"/>
              </a:rPr>
              <a:t>ITERATE</a:t>
            </a:r>
            <a:endParaRPr lang="en-US" sz="2100" dirty="0"/>
          </a:p>
        </p:txBody>
      </p:sp>
      <p:sp>
        <p:nvSpPr>
          <p:cNvPr id="45" name="Text 42"/>
          <p:cNvSpPr/>
          <p:nvPr/>
        </p:nvSpPr>
        <p:spPr>
          <a:xfrm>
            <a:off x="2000250" y="4191000"/>
            <a:ext cx="12363450" cy="434280"/>
          </a:xfrm>
          <a:prstGeom prst="rect">
            <a:avLst/>
          </a:prstGeom>
          <a:noFill/>
          <a:ln/>
        </p:spPr>
        <p:txBody>
          <a:bodyPr wrap="square" lIns="25400" tIns="25400" rIns="25400" bIns="25400" rtlCol="0" anchor="t">
            <a:normAutofit/>
          </a:bodyPr>
          <a:lstStyle/>
          <a:p>
            <a:pPr marL="0" indent="0" algn="l">
              <a:lnSpc>
                <a:spcPct val="96744"/>
              </a:lnSpc>
              <a:buNone/>
            </a:pPr>
            <a:r>
              <a:rPr lang="en-US" sz="2400" dirty="0">
                <a:solidFill>
                  <a:srgbClr val="000000"/>
                </a:solidFill>
                <a:latin typeface="Segoe UI" pitchFamily="34" charset="0"/>
                <a:ea typeface="Segoe UI" pitchFamily="34" charset="-122"/>
                <a:cs typeface="Segoe UI" pitchFamily="34" charset="-120"/>
              </a:rPr>
              <a:t>The general workflow for agentic coding is:</a:t>
            </a:r>
            <a:endParaRPr lang="en-US" sz="2400" dirty="0"/>
          </a:p>
        </p:txBody>
      </p:sp>
      <p:sp>
        <p:nvSpPr>
          <p:cNvPr id="46" name="Text 43"/>
          <p:cNvSpPr/>
          <p:nvPr/>
        </p:nvSpPr>
        <p:spPr>
          <a:xfrm>
            <a:off x="2000250" y="4857750"/>
            <a:ext cx="685800" cy="495300"/>
          </a:xfrm>
          <a:prstGeom prst="rect">
            <a:avLst/>
          </a:prstGeom>
          <a:noFill/>
          <a:ln/>
        </p:spPr>
        <p:txBody>
          <a:bodyPr wrap="square" lIns="25400" tIns="25400" rIns="25400" bIns="25400" rtlCol="0" anchor="t">
            <a:normAutofit/>
          </a:bodyPr>
          <a:lstStyle/>
          <a:p>
            <a:pPr marL="0" indent="0" algn="l">
              <a:buNone/>
            </a:pPr>
            <a:r>
              <a:rPr lang="en-US" sz="2700" b="1" dirty="0">
                <a:solidFill>
                  <a:srgbClr val="1F6FB2"/>
                </a:solidFill>
                <a:latin typeface="Segoe UI" pitchFamily="34" charset="0"/>
                <a:ea typeface="Segoe UI" pitchFamily="34" charset="-122"/>
                <a:cs typeface="Segoe UI" pitchFamily="34" charset="-120"/>
              </a:rPr>
              <a:t>1</a:t>
            </a:r>
            <a:endParaRPr lang="en-US" sz="2700" dirty="0"/>
          </a:p>
        </p:txBody>
      </p:sp>
      <p:sp>
        <p:nvSpPr>
          <p:cNvPr id="47" name="Text 44"/>
          <p:cNvSpPr/>
          <p:nvPr/>
        </p:nvSpPr>
        <p:spPr>
          <a:xfrm>
            <a:off x="2609850" y="4905375"/>
            <a:ext cx="11692890" cy="434280"/>
          </a:xfrm>
          <a:prstGeom prst="rect">
            <a:avLst/>
          </a:prstGeom>
          <a:noFill/>
          <a:ln/>
        </p:spPr>
        <p:txBody>
          <a:bodyPr wrap="square" lIns="25400" tIns="25400" rIns="25400" bIns="25400" rtlCol="0" anchor="t">
            <a:normAutofit/>
          </a:bodyPr>
          <a:lstStyle/>
          <a:p>
            <a:pPr marL="0" indent="0" algn="l">
              <a:lnSpc>
                <a:spcPct val="96744"/>
              </a:lnSpc>
              <a:buNone/>
            </a:pPr>
            <a:r>
              <a:rPr lang="en-US" sz="2400" dirty="0">
                <a:solidFill>
                  <a:srgbClr val="000000"/>
                </a:solidFill>
                <a:latin typeface="Segoe UI" pitchFamily="34" charset="0"/>
                <a:ea typeface="Segoe UI" pitchFamily="34" charset="-122"/>
                <a:cs typeface="Segoe UI" pitchFamily="34" charset="-120"/>
              </a:rPr>
              <a:t>Create repo for your project and push it to GitHub</a:t>
            </a:r>
            <a:endParaRPr lang="en-US" sz="2400" dirty="0"/>
          </a:p>
        </p:txBody>
      </p:sp>
      <p:sp>
        <p:nvSpPr>
          <p:cNvPr id="48" name="Text 45"/>
          <p:cNvSpPr/>
          <p:nvPr/>
        </p:nvSpPr>
        <p:spPr>
          <a:xfrm>
            <a:off x="2000250" y="5562600"/>
            <a:ext cx="685800" cy="495300"/>
          </a:xfrm>
          <a:prstGeom prst="rect">
            <a:avLst/>
          </a:prstGeom>
          <a:noFill/>
          <a:ln/>
        </p:spPr>
        <p:txBody>
          <a:bodyPr wrap="square" lIns="25400" tIns="25400" rIns="25400" bIns="25400" rtlCol="0" anchor="t">
            <a:normAutofit/>
          </a:bodyPr>
          <a:lstStyle/>
          <a:p>
            <a:pPr marL="0" indent="0" algn="l">
              <a:buNone/>
            </a:pPr>
            <a:r>
              <a:rPr lang="en-US" sz="2700" b="1" dirty="0">
                <a:solidFill>
                  <a:srgbClr val="1F6FB2"/>
                </a:solidFill>
                <a:latin typeface="Segoe UI" pitchFamily="34" charset="0"/>
                <a:ea typeface="Segoe UI" pitchFamily="34" charset="-122"/>
                <a:cs typeface="Segoe UI" pitchFamily="34" charset="-120"/>
              </a:rPr>
              <a:t>2</a:t>
            </a:r>
            <a:endParaRPr lang="en-US" sz="2700" dirty="0"/>
          </a:p>
        </p:txBody>
      </p:sp>
      <p:sp>
        <p:nvSpPr>
          <p:cNvPr id="49" name="Text 46"/>
          <p:cNvSpPr/>
          <p:nvPr/>
        </p:nvSpPr>
        <p:spPr>
          <a:xfrm>
            <a:off x="2609850" y="5610225"/>
            <a:ext cx="11692890" cy="434280"/>
          </a:xfrm>
          <a:prstGeom prst="rect">
            <a:avLst/>
          </a:prstGeom>
          <a:noFill/>
          <a:ln/>
        </p:spPr>
        <p:txBody>
          <a:bodyPr wrap="square" lIns="25400" tIns="25400" rIns="25400" bIns="25400" rtlCol="0" anchor="t">
            <a:normAutofit/>
          </a:bodyPr>
          <a:lstStyle/>
          <a:p>
            <a:pPr marL="0" indent="0" algn="l">
              <a:lnSpc>
                <a:spcPct val="96744"/>
              </a:lnSpc>
              <a:buNone/>
            </a:pPr>
            <a:r>
              <a:rPr lang="en-US" sz="2400" dirty="0">
                <a:solidFill>
                  <a:srgbClr val="000000"/>
                </a:solidFill>
                <a:latin typeface="Segoe UI" pitchFamily="34" charset="0"/>
                <a:ea typeface="Segoe UI" pitchFamily="34" charset="-122"/>
                <a:cs typeface="Segoe UI" pitchFamily="34" charset="-120"/>
              </a:rPr>
              <a:t>Open a new session in Claude Code/ChatGPT Codex/other coding agent</a:t>
            </a:r>
            <a:endParaRPr lang="en-US" sz="2400" dirty="0"/>
          </a:p>
        </p:txBody>
      </p:sp>
      <p:sp>
        <p:nvSpPr>
          <p:cNvPr id="50" name="Text 47"/>
          <p:cNvSpPr/>
          <p:nvPr/>
        </p:nvSpPr>
        <p:spPr>
          <a:xfrm>
            <a:off x="2000250" y="6267450"/>
            <a:ext cx="685800" cy="495300"/>
          </a:xfrm>
          <a:prstGeom prst="rect">
            <a:avLst/>
          </a:prstGeom>
          <a:noFill/>
          <a:ln/>
        </p:spPr>
        <p:txBody>
          <a:bodyPr wrap="square" lIns="25400" tIns="25400" rIns="25400" bIns="25400" rtlCol="0" anchor="t">
            <a:normAutofit/>
          </a:bodyPr>
          <a:lstStyle/>
          <a:p>
            <a:pPr marL="0" indent="0" algn="l">
              <a:buNone/>
            </a:pPr>
            <a:r>
              <a:rPr lang="en-US" sz="2700" b="1" dirty="0">
                <a:solidFill>
                  <a:srgbClr val="1F6FB2"/>
                </a:solidFill>
                <a:latin typeface="Segoe UI" pitchFamily="34" charset="0"/>
                <a:ea typeface="Segoe UI" pitchFamily="34" charset="-122"/>
                <a:cs typeface="Segoe UI" pitchFamily="34" charset="-120"/>
              </a:rPr>
              <a:t>3</a:t>
            </a:r>
            <a:endParaRPr lang="en-US" sz="2700" dirty="0"/>
          </a:p>
        </p:txBody>
      </p:sp>
      <p:sp>
        <p:nvSpPr>
          <p:cNvPr id="51" name="Text 48"/>
          <p:cNvSpPr/>
          <p:nvPr/>
        </p:nvSpPr>
        <p:spPr>
          <a:xfrm>
            <a:off x="2609850" y="6315075"/>
            <a:ext cx="11692890" cy="434280"/>
          </a:xfrm>
          <a:prstGeom prst="rect">
            <a:avLst/>
          </a:prstGeom>
          <a:noFill/>
          <a:ln/>
        </p:spPr>
        <p:txBody>
          <a:bodyPr wrap="square" lIns="25400" tIns="25400" rIns="25400" bIns="25400" rtlCol="0" anchor="t">
            <a:normAutofit/>
          </a:bodyPr>
          <a:lstStyle/>
          <a:p>
            <a:pPr marL="0" indent="0" algn="l">
              <a:lnSpc>
                <a:spcPct val="96744"/>
              </a:lnSpc>
              <a:buNone/>
            </a:pPr>
            <a:r>
              <a:rPr lang="en-US" sz="2400" dirty="0">
                <a:solidFill>
                  <a:srgbClr val="000000"/>
                </a:solidFill>
                <a:latin typeface="Segoe UI" pitchFamily="34" charset="0"/>
                <a:ea typeface="Segoe UI" pitchFamily="34" charset="-122"/>
                <a:cs typeface="Segoe UI" pitchFamily="34" charset="-120"/>
              </a:rPr>
              <a:t>Connect your repo to the session</a:t>
            </a:r>
            <a:endParaRPr lang="en-US" sz="2400" dirty="0"/>
          </a:p>
        </p:txBody>
      </p:sp>
      <p:sp>
        <p:nvSpPr>
          <p:cNvPr id="52" name="Text 49"/>
          <p:cNvSpPr/>
          <p:nvPr/>
        </p:nvSpPr>
        <p:spPr>
          <a:xfrm>
            <a:off x="2000250" y="6972300"/>
            <a:ext cx="685800" cy="495300"/>
          </a:xfrm>
          <a:prstGeom prst="rect">
            <a:avLst/>
          </a:prstGeom>
          <a:noFill/>
          <a:ln/>
        </p:spPr>
        <p:txBody>
          <a:bodyPr wrap="square" lIns="25400" tIns="25400" rIns="25400" bIns="25400" rtlCol="0" anchor="t">
            <a:normAutofit/>
          </a:bodyPr>
          <a:lstStyle/>
          <a:p>
            <a:pPr marL="0" indent="0" algn="l">
              <a:buNone/>
            </a:pPr>
            <a:r>
              <a:rPr lang="en-US" sz="2700" b="1" dirty="0">
                <a:solidFill>
                  <a:srgbClr val="1F6FB2"/>
                </a:solidFill>
                <a:latin typeface="Segoe UI" pitchFamily="34" charset="0"/>
                <a:ea typeface="Segoe UI" pitchFamily="34" charset="-122"/>
                <a:cs typeface="Segoe UI" pitchFamily="34" charset="-120"/>
              </a:rPr>
              <a:t>4</a:t>
            </a:r>
            <a:endParaRPr lang="en-US" sz="2700" dirty="0"/>
          </a:p>
        </p:txBody>
      </p:sp>
      <p:sp>
        <p:nvSpPr>
          <p:cNvPr id="53" name="Text 50"/>
          <p:cNvSpPr/>
          <p:nvPr/>
        </p:nvSpPr>
        <p:spPr>
          <a:xfrm>
            <a:off x="2609850" y="7019925"/>
            <a:ext cx="11692890" cy="434280"/>
          </a:xfrm>
          <a:prstGeom prst="rect">
            <a:avLst/>
          </a:prstGeom>
          <a:noFill/>
          <a:ln/>
        </p:spPr>
        <p:txBody>
          <a:bodyPr wrap="square" lIns="25400" tIns="25400" rIns="25400" bIns="25400" rtlCol="0" anchor="t">
            <a:normAutofit/>
          </a:bodyPr>
          <a:lstStyle/>
          <a:p>
            <a:pPr marL="0" indent="0" algn="l">
              <a:lnSpc>
                <a:spcPct val="96744"/>
              </a:lnSpc>
              <a:buNone/>
            </a:pPr>
            <a:r>
              <a:rPr lang="en-US" sz="2400" dirty="0">
                <a:solidFill>
                  <a:srgbClr val="000000"/>
                </a:solidFill>
                <a:latin typeface="Segoe UI" pitchFamily="34" charset="0"/>
                <a:ea typeface="Segoe UI" pitchFamily="34" charset="-122"/>
                <a:cs typeface="Segoe UI" pitchFamily="34" charset="-120"/>
              </a:rPr>
              <a:t>Work with the agent to generate commits for your project</a:t>
            </a:r>
            <a:endParaRPr lang="en-US" sz="2400" dirty="0"/>
          </a:p>
        </p:txBody>
      </p:sp>
      <p:sp>
        <p:nvSpPr>
          <p:cNvPr id="54" name="Text 51"/>
          <p:cNvSpPr/>
          <p:nvPr/>
        </p:nvSpPr>
        <p:spPr>
          <a:xfrm>
            <a:off x="2000250" y="7677150"/>
            <a:ext cx="685800" cy="495300"/>
          </a:xfrm>
          <a:prstGeom prst="rect">
            <a:avLst/>
          </a:prstGeom>
          <a:noFill/>
          <a:ln/>
        </p:spPr>
        <p:txBody>
          <a:bodyPr wrap="square" lIns="25400" tIns="25400" rIns="25400" bIns="25400" rtlCol="0" anchor="t">
            <a:normAutofit/>
          </a:bodyPr>
          <a:lstStyle/>
          <a:p>
            <a:pPr marL="0" indent="0" algn="l">
              <a:buNone/>
            </a:pPr>
            <a:r>
              <a:rPr lang="en-US" sz="2700" b="1" dirty="0">
                <a:solidFill>
                  <a:srgbClr val="1F6FB2"/>
                </a:solidFill>
                <a:latin typeface="Segoe UI" pitchFamily="34" charset="0"/>
                <a:ea typeface="Segoe UI" pitchFamily="34" charset="-122"/>
                <a:cs typeface="Segoe UI" pitchFamily="34" charset="-120"/>
              </a:rPr>
              <a:t>5</a:t>
            </a:r>
            <a:endParaRPr lang="en-US" sz="2700" dirty="0"/>
          </a:p>
        </p:txBody>
      </p:sp>
      <p:sp>
        <p:nvSpPr>
          <p:cNvPr id="55" name="Text 52"/>
          <p:cNvSpPr/>
          <p:nvPr/>
        </p:nvSpPr>
        <p:spPr>
          <a:xfrm>
            <a:off x="2609850" y="7724775"/>
            <a:ext cx="11692890" cy="434280"/>
          </a:xfrm>
          <a:prstGeom prst="rect">
            <a:avLst/>
          </a:prstGeom>
          <a:noFill/>
          <a:ln/>
        </p:spPr>
        <p:txBody>
          <a:bodyPr wrap="square" lIns="25400" tIns="25400" rIns="25400" bIns="25400" rtlCol="0" anchor="t">
            <a:normAutofit/>
          </a:bodyPr>
          <a:lstStyle/>
          <a:p>
            <a:pPr marL="0" indent="0" algn="l">
              <a:lnSpc>
                <a:spcPct val="96744"/>
              </a:lnSpc>
              <a:buNone/>
            </a:pPr>
            <a:r>
              <a:rPr lang="en-US" sz="2400" dirty="0">
                <a:solidFill>
                  <a:srgbClr val="000000"/>
                </a:solidFill>
                <a:latin typeface="Segoe UI" pitchFamily="34" charset="0"/>
                <a:ea typeface="Segoe UI" pitchFamily="34" charset="-122"/>
                <a:cs typeface="Segoe UI" pitchFamily="34" charset="-120"/>
              </a:rPr>
              <a:t>Adjudicate agent work and iterate!</a:t>
            </a:r>
            <a:endParaRPr lang="en-US" sz="2400" dirty="0"/>
          </a:p>
        </p:txBody>
      </p:sp>
      <p:sp>
        <p:nvSpPr>
          <p:cNvPr id="56" name="Text 53"/>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57" name="Text 54"/>
          <p:cNvSpPr/>
          <p:nvPr/>
        </p:nvSpPr>
        <p:spPr>
          <a:xfrm>
            <a:off x="13459420" y="9810750"/>
            <a:ext cx="19943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3</a:t>
            </a:r>
            <a:endParaRPr lang="en-US" sz="1800" dirty="0"/>
          </a:p>
        </p:txBody>
      </p:sp>
      <p:pic>
        <p:nvPicPr>
          <p:cNvPr id="59" name="Image 0" descr="preencoded.png">
            <a:extLst>
              <a:ext uri="{FF2B5EF4-FFF2-40B4-BE49-F238E27FC236}">
                <a16:creationId xmlns:a16="http://schemas.microsoft.com/office/drawing/2014/main" id="{6D4B3835-9AD5-3D94-1FA1-8EFB67D1DE4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Git Basics (Review)</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71625"/>
            <a:ext cx="3429000" cy="1238250"/>
          </a:xfrm>
          <a:prstGeom prst="roundRect">
            <a:avLst>
              <a:gd name="adj" fmla="val 6154"/>
            </a:avLst>
          </a:prstGeom>
          <a:ln w="28575">
            <a:solidFill>
              <a:srgbClr val="000000"/>
            </a:solidFill>
            <a:prstDash val="solid"/>
          </a:ln>
        </p:spPr>
        <p:txBody>
          <a:bodyPr/>
          <a:lstStyle/>
          <a:p>
            <a:endParaRPr lang="en-US"/>
          </a:p>
        </p:txBody>
      </p:sp>
      <p:sp>
        <p:nvSpPr>
          <p:cNvPr id="18" name="Text 15"/>
          <p:cNvSpPr/>
          <p:nvPr/>
        </p:nvSpPr>
        <p:spPr>
          <a:xfrm>
            <a:off x="2810307" y="1843088"/>
            <a:ext cx="1427887" cy="390525"/>
          </a:xfrm>
          <a:prstGeom prst="rect">
            <a:avLst/>
          </a:prstGeom>
          <a:noFill/>
          <a:ln/>
        </p:spPr>
        <p:txBody>
          <a:bodyPr wrap="square" lIns="25400" tIns="25400" rIns="25400" bIns="25400" rtlCol="0" anchor="t">
            <a:normAutofit/>
          </a:bodyPr>
          <a:lstStyle/>
          <a:p>
            <a:pPr marL="0" indent="0" algn="ctr">
              <a:buNone/>
            </a:pPr>
            <a:r>
              <a:rPr lang="en-US" sz="2100" b="1" dirty="0">
                <a:solidFill>
                  <a:srgbClr val="000000"/>
                </a:solidFill>
                <a:latin typeface="Segoe UI" pitchFamily="34" charset="0"/>
                <a:ea typeface="Segoe UI" pitchFamily="34" charset="-122"/>
                <a:cs typeface="Segoe UI" pitchFamily="34" charset="-120"/>
              </a:rPr>
              <a:t>Local repo</a:t>
            </a:r>
            <a:endParaRPr lang="en-US" sz="2100" dirty="0"/>
          </a:p>
        </p:txBody>
      </p:sp>
      <p:sp>
        <p:nvSpPr>
          <p:cNvPr id="19" name="Text 16"/>
          <p:cNvSpPr/>
          <p:nvPr/>
        </p:nvSpPr>
        <p:spPr>
          <a:xfrm>
            <a:off x="2612216" y="2233613"/>
            <a:ext cx="1824067"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000000"/>
                </a:solidFill>
                <a:latin typeface="Segoe UI" pitchFamily="34" charset="0"/>
                <a:ea typeface="Segoe UI" pitchFamily="34" charset="-122"/>
                <a:cs typeface="Segoe UI" pitchFamily="34" charset="-120"/>
              </a:rPr>
              <a:t>your laptop (Git)</a:t>
            </a:r>
            <a:endParaRPr lang="en-US" sz="1800" dirty="0"/>
          </a:p>
        </p:txBody>
      </p:sp>
      <p:sp>
        <p:nvSpPr>
          <p:cNvPr id="20" name="Text 17"/>
          <p:cNvSpPr/>
          <p:nvPr/>
        </p:nvSpPr>
        <p:spPr>
          <a:xfrm>
            <a:off x="5249228" y="1685925"/>
            <a:ext cx="4798695" cy="30480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00000"/>
                </a:solidFill>
                <a:latin typeface="Cascadia Mono" pitchFamily="34" charset="0"/>
                <a:ea typeface="Cascadia Mono" pitchFamily="34" charset="-122"/>
                <a:cs typeface="Cascadia Mono" pitchFamily="34" charset="-120"/>
              </a:rPr>
              <a:t>push</a:t>
            </a:r>
            <a:endParaRPr lang="en-US" sz="1800" dirty="0"/>
          </a:p>
        </p:txBody>
      </p:sp>
      <p:sp>
        <p:nvSpPr>
          <p:cNvPr id="21" name="Shape 18"/>
          <p:cNvSpPr/>
          <p:nvPr/>
        </p:nvSpPr>
        <p:spPr>
          <a:xfrm>
            <a:off x="5467350" y="2071688"/>
            <a:ext cx="4229100" cy="28575"/>
          </a:xfrm>
          <a:prstGeom prst="rect">
            <a:avLst/>
          </a:prstGeom>
          <a:solidFill>
            <a:srgbClr val="000000"/>
          </a:solidFill>
          <a:ln/>
        </p:spPr>
        <p:txBody>
          <a:bodyPr/>
          <a:lstStyle/>
          <a:p>
            <a:endParaRPr lang="en-US"/>
          </a:p>
        </p:txBody>
      </p:sp>
      <p:sp>
        <p:nvSpPr>
          <p:cNvPr id="22" name="Shape 19"/>
          <p:cNvSpPr/>
          <p:nvPr/>
        </p:nvSpPr>
        <p:spPr>
          <a:xfrm>
            <a:off x="9696450" y="2009775"/>
            <a:ext cx="133350" cy="152400"/>
          </a:xfrm>
          <a:prstGeom prst="rect">
            <a:avLst/>
          </a:prstGeom>
          <a:solidFill>
            <a:srgbClr val="000000"/>
          </a:solidFill>
          <a:ln/>
        </p:spPr>
        <p:txBody>
          <a:bodyPr/>
          <a:lstStyle/>
          <a:p>
            <a:endParaRPr lang="en-US"/>
          </a:p>
        </p:txBody>
      </p:sp>
      <p:sp>
        <p:nvSpPr>
          <p:cNvPr id="23" name="Shape 20"/>
          <p:cNvSpPr/>
          <p:nvPr/>
        </p:nvSpPr>
        <p:spPr>
          <a:xfrm>
            <a:off x="5467350" y="2219325"/>
            <a:ext cx="133350" cy="152400"/>
          </a:xfrm>
          <a:prstGeom prst="rect">
            <a:avLst/>
          </a:prstGeom>
          <a:solidFill>
            <a:srgbClr val="000000"/>
          </a:solidFill>
          <a:ln/>
        </p:spPr>
        <p:txBody>
          <a:bodyPr/>
          <a:lstStyle/>
          <a:p>
            <a:endParaRPr lang="en-US"/>
          </a:p>
        </p:txBody>
      </p:sp>
      <p:sp>
        <p:nvSpPr>
          <p:cNvPr id="24" name="Shape 21"/>
          <p:cNvSpPr/>
          <p:nvPr/>
        </p:nvSpPr>
        <p:spPr>
          <a:xfrm>
            <a:off x="5638800" y="2281238"/>
            <a:ext cx="4229100" cy="28575"/>
          </a:xfrm>
          <a:prstGeom prst="rect">
            <a:avLst/>
          </a:prstGeom>
          <a:solidFill>
            <a:srgbClr val="000000"/>
          </a:solidFill>
          <a:ln/>
        </p:spPr>
        <p:txBody>
          <a:bodyPr/>
          <a:lstStyle/>
          <a:p>
            <a:endParaRPr lang="en-US"/>
          </a:p>
        </p:txBody>
      </p:sp>
      <p:sp>
        <p:nvSpPr>
          <p:cNvPr id="25" name="Text 22"/>
          <p:cNvSpPr/>
          <p:nvPr/>
        </p:nvSpPr>
        <p:spPr>
          <a:xfrm>
            <a:off x="5249228" y="2428875"/>
            <a:ext cx="4798695" cy="30480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00000"/>
                </a:solidFill>
                <a:latin typeface="Cascadia Mono" pitchFamily="34" charset="0"/>
                <a:ea typeface="Cascadia Mono" pitchFamily="34" charset="-122"/>
                <a:cs typeface="Cascadia Mono" pitchFamily="34" charset="-120"/>
              </a:rPr>
              <a:t>fetch / pull</a:t>
            </a:r>
            <a:endParaRPr lang="en-US" sz="1800" dirty="0"/>
          </a:p>
        </p:txBody>
      </p:sp>
      <p:sp>
        <p:nvSpPr>
          <p:cNvPr id="26" name="Shape 23"/>
          <p:cNvSpPr/>
          <p:nvPr/>
        </p:nvSpPr>
        <p:spPr>
          <a:xfrm>
            <a:off x="10058400" y="1571625"/>
            <a:ext cx="3429000" cy="1238250"/>
          </a:xfrm>
          <a:prstGeom prst="roundRect">
            <a:avLst>
              <a:gd name="adj" fmla="val 6154"/>
            </a:avLst>
          </a:prstGeom>
          <a:ln w="28575">
            <a:solidFill>
              <a:srgbClr val="000000"/>
            </a:solidFill>
            <a:prstDash val="solid"/>
          </a:ln>
        </p:spPr>
        <p:txBody>
          <a:bodyPr/>
          <a:lstStyle/>
          <a:p>
            <a:endParaRPr lang="en-US"/>
          </a:p>
        </p:txBody>
      </p:sp>
      <p:sp>
        <p:nvSpPr>
          <p:cNvPr id="27" name="Text 24"/>
          <p:cNvSpPr/>
          <p:nvPr/>
        </p:nvSpPr>
        <p:spPr>
          <a:xfrm>
            <a:off x="10883138" y="1843088"/>
            <a:ext cx="1779374" cy="390525"/>
          </a:xfrm>
          <a:prstGeom prst="rect">
            <a:avLst/>
          </a:prstGeom>
          <a:noFill/>
          <a:ln/>
        </p:spPr>
        <p:txBody>
          <a:bodyPr wrap="square" lIns="25400" tIns="25400" rIns="25400" bIns="25400" rtlCol="0" anchor="t">
            <a:normAutofit/>
          </a:bodyPr>
          <a:lstStyle/>
          <a:p>
            <a:pPr marL="0" indent="0" algn="ctr">
              <a:buNone/>
            </a:pPr>
            <a:r>
              <a:rPr lang="en-US" sz="2100" b="1" dirty="0">
                <a:solidFill>
                  <a:srgbClr val="000000"/>
                </a:solidFill>
                <a:latin typeface="Segoe UI" pitchFamily="34" charset="0"/>
                <a:ea typeface="Segoe UI" pitchFamily="34" charset="-122"/>
                <a:cs typeface="Segoe UI" pitchFamily="34" charset="-120"/>
              </a:rPr>
              <a:t>Remote repo</a:t>
            </a:r>
            <a:endParaRPr lang="en-US" sz="2100" dirty="0"/>
          </a:p>
        </p:txBody>
      </p:sp>
      <p:sp>
        <p:nvSpPr>
          <p:cNvPr id="28" name="Text 25"/>
          <p:cNvSpPr/>
          <p:nvPr/>
        </p:nvSpPr>
        <p:spPr>
          <a:xfrm>
            <a:off x="10945349" y="2233613"/>
            <a:ext cx="1654954"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000000"/>
                </a:solidFill>
                <a:latin typeface="Segoe UI" pitchFamily="34" charset="0"/>
                <a:ea typeface="Segoe UI" pitchFamily="34" charset="-122"/>
                <a:cs typeface="Segoe UI" pitchFamily="34" charset="-120"/>
              </a:rPr>
              <a:t>GitHub (origin)</a:t>
            </a:r>
            <a:endParaRPr lang="en-US" sz="1800" dirty="0"/>
          </a:p>
        </p:txBody>
      </p:sp>
      <p:sp>
        <p:nvSpPr>
          <p:cNvPr id="29" name="Shape 26"/>
          <p:cNvSpPr/>
          <p:nvPr/>
        </p:nvSpPr>
        <p:spPr>
          <a:xfrm>
            <a:off x="1809750" y="3143250"/>
            <a:ext cx="2571750" cy="588615"/>
          </a:xfrm>
          <a:prstGeom prst="rect">
            <a:avLst/>
          </a:prstGeom>
          <a:solidFill>
            <a:srgbClr val="152A47"/>
          </a:solidFill>
          <a:ln/>
        </p:spPr>
        <p:txBody>
          <a:bodyPr/>
          <a:lstStyle/>
          <a:p>
            <a:endParaRPr lang="en-US"/>
          </a:p>
        </p:txBody>
      </p:sp>
      <p:sp>
        <p:nvSpPr>
          <p:cNvPr id="30" name="Text 27"/>
          <p:cNvSpPr/>
          <p:nvPr/>
        </p:nvSpPr>
        <p:spPr>
          <a:xfrm>
            <a:off x="1981200" y="3276600"/>
            <a:ext cx="2306003"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Term</a:t>
            </a:r>
            <a:endParaRPr lang="en-US" sz="1950" dirty="0"/>
          </a:p>
        </p:txBody>
      </p:sp>
      <p:sp>
        <p:nvSpPr>
          <p:cNvPr id="31" name="Shape 28"/>
          <p:cNvSpPr/>
          <p:nvPr/>
        </p:nvSpPr>
        <p:spPr>
          <a:xfrm>
            <a:off x="4381500" y="3143250"/>
            <a:ext cx="5486400" cy="588615"/>
          </a:xfrm>
          <a:prstGeom prst="rect">
            <a:avLst/>
          </a:prstGeom>
          <a:solidFill>
            <a:srgbClr val="152A47"/>
          </a:solidFill>
          <a:ln/>
        </p:spPr>
        <p:txBody>
          <a:bodyPr/>
          <a:lstStyle/>
          <a:p>
            <a:endParaRPr lang="en-US"/>
          </a:p>
        </p:txBody>
      </p:sp>
      <p:sp>
        <p:nvSpPr>
          <p:cNvPr id="32" name="Text 29"/>
          <p:cNvSpPr/>
          <p:nvPr/>
        </p:nvSpPr>
        <p:spPr>
          <a:xfrm>
            <a:off x="4552950" y="3276600"/>
            <a:ext cx="5308092"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Meaning</a:t>
            </a:r>
            <a:endParaRPr lang="en-US" sz="1950" dirty="0"/>
          </a:p>
        </p:txBody>
      </p:sp>
      <p:sp>
        <p:nvSpPr>
          <p:cNvPr id="33" name="Shape 30"/>
          <p:cNvSpPr/>
          <p:nvPr/>
        </p:nvSpPr>
        <p:spPr>
          <a:xfrm>
            <a:off x="9867900" y="3143250"/>
            <a:ext cx="3619500" cy="588615"/>
          </a:xfrm>
          <a:prstGeom prst="rect">
            <a:avLst/>
          </a:prstGeom>
          <a:solidFill>
            <a:srgbClr val="152A47"/>
          </a:solidFill>
          <a:ln/>
        </p:spPr>
        <p:txBody>
          <a:bodyPr/>
          <a:lstStyle/>
          <a:p>
            <a:endParaRPr lang="en-US"/>
          </a:p>
        </p:txBody>
      </p:sp>
      <p:sp>
        <p:nvSpPr>
          <p:cNvPr id="34" name="Text 31"/>
          <p:cNvSpPr/>
          <p:nvPr/>
        </p:nvSpPr>
        <p:spPr>
          <a:xfrm>
            <a:off x="10039350" y="3276600"/>
            <a:ext cx="3385185"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GitHub Desktop</a:t>
            </a:r>
            <a:endParaRPr lang="en-US" sz="1950" dirty="0"/>
          </a:p>
        </p:txBody>
      </p:sp>
      <p:sp>
        <p:nvSpPr>
          <p:cNvPr id="35" name="Shape 32"/>
          <p:cNvSpPr/>
          <p:nvPr/>
        </p:nvSpPr>
        <p:spPr>
          <a:xfrm>
            <a:off x="1809750" y="4301430"/>
            <a:ext cx="2571750" cy="19050"/>
          </a:xfrm>
          <a:prstGeom prst="rect">
            <a:avLst/>
          </a:prstGeom>
          <a:solidFill>
            <a:srgbClr val="BFBFBF"/>
          </a:solidFill>
          <a:ln/>
        </p:spPr>
        <p:txBody>
          <a:bodyPr/>
          <a:lstStyle/>
          <a:p>
            <a:endParaRPr lang="en-US"/>
          </a:p>
        </p:txBody>
      </p:sp>
      <p:sp>
        <p:nvSpPr>
          <p:cNvPr id="36" name="Text 33"/>
          <p:cNvSpPr/>
          <p:nvPr/>
        </p:nvSpPr>
        <p:spPr>
          <a:xfrm>
            <a:off x="1981200" y="3855690"/>
            <a:ext cx="2306003"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Repository (repo)</a:t>
            </a:r>
            <a:endParaRPr lang="en-US" sz="1950" dirty="0"/>
          </a:p>
        </p:txBody>
      </p:sp>
      <p:sp>
        <p:nvSpPr>
          <p:cNvPr id="37" name="Shape 34"/>
          <p:cNvSpPr/>
          <p:nvPr/>
        </p:nvSpPr>
        <p:spPr>
          <a:xfrm>
            <a:off x="4381500" y="4301430"/>
            <a:ext cx="5486400" cy="19050"/>
          </a:xfrm>
          <a:prstGeom prst="rect">
            <a:avLst/>
          </a:prstGeom>
          <a:solidFill>
            <a:srgbClr val="BFBFBF"/>
          </a:solidFill>
          <a:ln/>
        </p:spPr>
        <p:txBody>
          <a:bodyPr/>
          <a:lstStyle/>
          <a:p>
            <a:endParaRPr lang="en-US"/>
          </a:p>
        </p:txBody>
      </p:sp>
      <p:sp>
        <p:nvSpPr>
          <p:cNvPr id="38" name="Text 35"/>
          <p:cNvSpPr/>
          <p:nvPr/>
        </p:nvSpPr>
        <p:spPr>
          <a:xfrm>
            <a:off x="4552950" y="3855690"/>
            <a:ext cx="5308092"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A project folder whose full history Git tracks</a:t>
            </a:r>
            <a:endParaRPr lang="en-US" sz="1950" dirty="0"/>
          </a:p>
        </p:txBody>
      </p:sp>
      <p:sp>
        <p:nvSpPr>
          <p:cNvPr id="39" name="Shape 36"/>
          <p:cNvSpPr/>
          <p:nvPr/>
        </p:nvSpPr>
        <p:spPr>
          <a:xfrm>
            <a:off x="9867900" y="4301430"/>
            <a:ext cx="3619500" cy="19050"/>
          </a:xfrm>
          <a:prstGeom prst="rect">
            <a:avLst/>
          </a:prstGeom>
          <a:solidFill>
            <a:srgbClr val="BFBFBF"/>
          </a:solidFill>
          <a:ln/>
        </p:spPr>
        <p:txBody>
          <a:bodyPr/>
          <a:lstStyle/>
          <a:p>
            <a:endParaRPr lang="en-US"/>
          </a:p>
        </p:txBody>
      </p:sp>
      <p:sp>
        <p:nvSpPr>
          <p:cNvPr id="40" name="Text 37"/>
          <p:cNvSpPr/>
          <p:nvPr/>
        </p:nvSpPr>
        <p:spPr>
          <a:xfrm>
            <a:off x="10039350" y="3855690"/>
            <a:ext cx="3385185"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Add / Clone repository</a:t>
            </a:r>
            <a:endParaRPr lang="en-US" sz="1950" dirty="0"/>
          </a:p>
        </p:txBody>
      </p:sp>
      <p:sp>
        <p:nvSpPr>
          <p:cNvPr id="41" name="Shape 38"/>
          <p:cNvSpPr/>
          <p:nvPr/>
        </p:nvSpPr>
        <p:spPr>
          <a:xfrm>
            <a:off x="1809750" y="4890046"/>
            <a:ext cx="2571750" cy="19050"/>
          </a:xfrm>
          <a:prstGeom prst="rect">
            <a:avLst/>
          </a:prstGeom>
          <a:solidFill>
            <a:srgbClr val="BFBFBF"/>
          </a:solidFill>
          <a:ln/>
        </p:spPr>
        <p:txBody>
          <a:bodyPr/>
          <a:lstStyle/>
          <a:p>
            <a:endParaRPr lang="en-US"/>
          </a:p>
        </p:txBody>
      </p:sp>
      <p:sp>
        <p:nvSpPr>
          <p:cNvPr id="42" name="Text 39"/>
          <p:cNvSpPr/>
          <p:nvPr/>
        </p:nvSpPr>
        <p:spPr>
          <a:xfrm>
            <a:off x="1981200" y="4444305"/>
            <a:ext cx="2306003"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Commit</a:t>
            </a:r>
            <a:endParaRPr lang="en-US" sz="1950" dirty="0"/>
          </a:p>
        </p:txBody>
      </p:sp>
      <p:sp>
        <p:nvSpPr>
          <p:cNvPr id="43" name="Shape 40"/>
          <p:cNvSpPr/>
          <p:nvPr/>
        </p:nvSpPr>
        <p:spPr>
          <a:xfrm>
            <a:off x="4381500" y="4890046"/>
            <a:ext cx="5486400" cy="19050"/>
          </a:xfrm>
          <a:prstGeom prst="rect">
            <a:avLst/>
          </a:prstGeom>
          <a:solidFill>
            <a:srgbClr val="BFBFBF"/>
          </a:solidFill>
          <a:ln/>
        </p:spPr>
        <p:txBody>
          <a:bodyPr/>
          <a:lstStyle/>
          <a:p>
            <a:endParaRPr lang="en-US"/>
          </a:p>
        </p:txBody>
      </p:sp>
      <p:sp>
        <p:nvSpPr>
          <p:cNvPr id="44" name="Text 41"/>
          <p:cNvSpPr/>
          <p:nvPr/>
        </p:nvSpPr>
        <p:spPr>
          <a:xfrm>
            <a:off x="4552950" y="4444305"/>
            <a:ext cx="5308092"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A saved snapshot of changes, with a message</a:t>
            </a:r>
            <a:endParaRPr lang="en-US" sz="1950" dirty="0"/>
          </a:p>
        </p:txBody>
      </p:sp>
      <p:sp>
        <p:nvSpPr>
          <p:cNvPr id="45" name="Shape 42"/>
          <p:cNvSpPr/>
          <p:nvPr/>
        </p:nvSpPr>
        <p:spPr>
          <a:xfrm>
            <a:off x="9867900" y="4890046"/>
            <a:ext cx="3619500" cy="19050"/>
          </a:xfrm>
          <a:prstGeom prst="rect">
            <a:avLst/>
          </a:prstGeom>
          <a:solidFill>
            <a:srgbClr val="BFBFBF"/>
          </a:solidFill>
          <a:ln/>
        </p:spPr>
        <p:txBody>
          <a:bodyPr/>
          <a:lstStyle/>
          <a:p>
            <a:endParaRPr lang="en-US"/>
          </a:p>
        </p:txBody>
      </p:sp>
      <p:sp>
        <p:nvSpPr>
          <p:cNvPr id="46" name="Text 43"/>
          <p:cNvSpPr/>
          <p:nvPr/>
        </p:nvSpPr>
        <p:spPr>
          <a:xfrm>
            <a:off x="10039350" y="4444305"/>
            <a:ext cx="3385185"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Commit to &lt;branch&gt;</a:t>
            </a:r>
            <a:endParaRPr lang="en-US" sz="1950" dirty="0"/>
          </a:p>
        </p:txBody>
      </p:sp>
      <p:sp>
        <p:nvSpPr>
          <p:cNvPr id="47" name="Shape 44"/>
          <p:cNvSpPr/>
          <p:nvPr/>
        </p:nvSpPr>
        <p:spPr>
          <a:xfrm>
            <a:off x="1809750" y="5478661"/>
            <a:ext cx="2571750" cy="19050"/>
          </a:xfrm>
          <a:prstGeom prst="rect">
            <a:avLst/>
          </a:prstGeom>
          <a:solidFill>
            <a:srgbClr val="BFBFBF"/>
          </a:solidFill>
          <a:ln/>
        </p:spPr>
        <p:txBody>
          <a:bodyPr/>
          <a:lstStyle/>
          <a:p>
            <a:endParaRPr lang="en-US"/>
          </a:p>
        </p:txBody>
      </p:sp>
      <p:sp>
        <p:nvSpPr>
          <p:cNvPr id="48" name="Text 45"/>
          <p:cNvSpPr/>
          <p:nvPr/>
        </p:nvSpPr>
        <p:spPr>
          <a:xfrm>
            <a:off x="1981200" y="5032921"/>
            <a:ext cx="2306003"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Push</a:t>
            </a:r>
            <a:endParaRPr lang="en-US" sz="1950" dirty="0"/>
          </a:p>
        </p:txBody>
      </p:sp>
      <p:sp>
        <p:nvSpPr>
          <p:cNvPr id="49" name="Shape 46"/>
          <p:cNvSpPr/>
          <p:nvPr/>
        </p:nvSpPr>
        <p:spPr>
          <a:xfrm>
            <a:off x="4381500" y="5478661"/>
            <a:ext cx="5486400" cy="19050"/>
          </a:xfrm>
          <a:prstGeom prst="rect">
            <a:avLst/>
          </a:prstGeom>
          <a:solidFill>
            <a:srgbClr val="BFBFBF"/>
          </a:solidFill>
          <a:ln/>
        </p:spPr>
        <p:txBody>
          <a:bodyPr/>
          <a:lstStyle/>
          <a:p>
            <a:endParaRPr lang="en-US"/>
          </a:p>
        </p:txBody>
      </p:sp>
      <p:sp>
        <p:nvSpPr>
          <p:cNvPr id="50" name="Text 47"/>
          <p:cNvSpPr/>
          <p:nvPr/>
        </p:nvSpPr>
        <p:spPr>
          <a:xfrm>
            <a:off x="4552950" y="5032921"/>
            <a:ext cx="5308092"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Send your commits to GitHub</a:t>
            </a:r>
            <a:endParaRPr lang="en-US" sz="1950" dirty="0"/>
          </a:p>
        </p:txBody>
      </p:sp>
      <p:sp>
        <p:nvSpPr>
          <p:cNvPr id="51" name="Shape 48"/>
          <p:cNvSpPr/>
          <p:nvPr/>
        </p:nvSpPr>
        <p:spPr>
          <a:xfrm>
            <a:off x="9867900" y="5478661"/>
            <a:ext cx="3619500" cy="19050"/>
          </a:xfrm>
          <a:prstGeom prst="rect">
            <a:avLst/>
          </a:prstGeom>
          <a:solidFill>
            <a:srgbClr val="BFBFBF"/>
          </a:solidFill>
          <a:ln/>
        </p:spPr>
        <p:txBody>
          <a:bodyPr/>
          <a:lstStyle/>
          <a:p>
            <a:endParaRPr lang="en-US"/>
          </a:p>
        </p:txBody>
      </p:sp>
      <p:sp>
        <p:nvSpPr>
          <p:cNvPr id="52" name="Text 49"/>
          <p:cNvSpPr/>
          <p:nvPr/>
        </p:nvSpPr>
        <p:spPr>
          <a:xfrm>
            <a:off x="10039350" y="5032921"/>
            <a:ext cx="3385185"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Push origin</a:t>
            </a:r>
            <a:endParaRPr lang="en-US" sz="1950" dirty="0"/>
          </a:p>
        </p:txBody>
      </p:sp>
      <p:sp>
        <p:nvSpPr>
          <p:cNvPr id="53" name="Shape 50"/>
          <p:cNvSpPr/>
          <p:nvPr/>
        </p:nvSpPr>
        <p:spPr>
          <a:xfrm>
            <a:off x="1809750" y="6067276"/>
            <a:ext cx="2571750" cy="19050"/>
          </a:xfrm>
          <a:prstGeom prst="rect">
            <a:avLst/>
          </a:prstGeom>
          <a:solidFill>
            <a:srgbClr val="BFBFBF"/>
          </a:solidFill>
          <a:ln/>
        </p:spPr>
        <p:txBody>
          <a:bodyPr/>
          <a:lstStyle/>
          <a:p>
            <a:endParaRPr lang="en-US"/>
          </a:p>
        </p:txBody>
      </p:sp>
      <p:sp>
        <p:nvSpPr>
          <p:cNvPr id="54" name="Text 51"/>
          <p:cNvSpPr/>
          <p:nvPr/>
        </p:nvSpPr>
        <p:spPr>
          <a:xfrm>
            <a:off x="1981200" y="5621536"/>
            <a:ext cx="2306003"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Fetch / Pull</a:t>
            </a:r>
            <a:endParaRPr lang="en-US" sz="1950" dirty="0"/>
          </a:p>
        </p:txBody>
      </p:sp>
      <p:sp>
        <p:nvSpPr>
          <p:cNvPr id="55" name="Shape 52"/>
          <p:cNvSpPr/>
          <p:nvPr/>
        </p:nvSpPr>
        <p:spPr>
          <a:xfrm>
            <a:off x="4381500" y="6067276"/>
            <a:ext cx="5486400" cy="19050"/>
          </a:xfrm>
          <a:prstGeom prst="rect">
            <a:avLst/>
          </a:prstGeom>
          <a:solidFill>
            <a:srgbClr val="BFBFBF"/>
          </a:solidFill>
          <a:ln/>
        </p:spPr>
        <p:txBody>
          <a:bodyPr/>
          <a:lstStyle/>
          <a:p>
            <a:endParaRPr lang="en-US"/>
          </a:p>
        </p:txBody>
      </p:sp>
      <p:sp>
        <p:nvSpPr>
          <p:cNvPr id="56" name="Text 53"/>
          <p:cNvSpPr/>
          <p:nvPr/>
        </p:nvSpPr>
        <p:spPr>
          <a:xfrm>
            <a:off x="4552950" y="5621536"/>
            <a:ext cx="5308092"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Check for / download commits from GitHub</a:t>
            </a:r>
            <a:endParaRPr lang="en-US" sz="1950" dirty="0"/>
          </a:p>
        </p:txBody>
      </p:sp>
      <p:sp>
        <p:nvSpPr>
          <p:cNvPr id="57" name="Shape 54"/>
          <p:cNvSpPr/>
          <p:nvPr/>
        </p:nvSpPr>
        <p:spPr>
          <a:xfrm>
            <a:off x="9867900" y="6067276"/>
            <a:ext cx="3619500" cy="19050"/>
          </a:xfrm>
          <a:prstGeom prst="rect">
            <a:avLst/>
          </a:prstGeom>
          <a:solidFill>
            <a:srgbClr val="BFBFBF"/>
          </a:solidFill>
          <a:ln/>
        </p:spPr>
        <p:txBody>
          <a:bodyPr/>
          <a:lstStyle/>
          <a:p>
            <a:endParaRPr lang="en-US"/>
          </a:p>
        </p:txBody>
      </p:sp>
      <p:sp>
        <p:nvSpPr>
          <p:cNvPr id="58" name="Text 55"/>
          <p:cNvSpPr/>
          <p:nvPr/>
        </p:nvSpPr>
        <p:spPr>
          <a:xfrm>
            <a:off x="10039350" y="5621536"/>
            <a:ext cx="3385185"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Fetch origin / Pull origin</a:t>
            </a:r>
            <a:endParaRPr lang="en-US" sz="1950" dirty="0"/>
          </a:p>
        </p:txBody>
      </p:sp>
      <p:sp>
        <p:nvSpPr>
          <p:cNvPr id="59" name="Shape 56"/>
          <p:cNvSpPr/>
          <p:nvPr/>
        </p:nvSpPr>
        <p:spPr>
          <a:xfrm>
            <a:off x="1809750" y="6655891"/>
            <a:ext cx="2571750" cy="19050"/>
          </a:xfrm>
          <a:prstGeom prst="rect">
            <a:avLst/>
          </a:prstGeom>
          <a:solidFill>
            <a:srgbClr val="BFBFBF"/>
          </a:solidFill>
          <a:ln/>
        </p:spPr>
        <p:txBody>
          <a:bodyPr/>
          <a:lstStyle/>
          <a:p>
            <a:endParaRPr lang="en-US"/>
          </a:p>
        </p:txBody>
      </p:sp>
      <p:sp>
        <p:nvSpPr>
          <p:cNvPr id="60" name="Text 57"/>
          <p:cNvSpPr/>
          <p:nvPr/>
        </p:nvSpPr>
        <p:spPr>
          <a:xfrm>
            <a:off x="1981200" y="6210151"/>
            <a:ext cx="2306003"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Branch</a:t>
            </a:r>
            <a:endParaRPr lang="en-US" sz="1950" dirty="0"/>
          </a:p>
        </p:txBody>
      </p:sp>
      <p:sp>
        <p:nvSpPr>
          <p:cNvPr id="61" name="Shape 58"/>
          <p:cNvSpPr/>
          <p:nvPr/>
        </p:nvSpPr>
        <p:spPr>
          <a:xfrm>
            <a:off x="4381500" y="6655891"/>
            <a:ext cx="5486400" cy="19050"/>
          </a:xfrm>
          <a:prstGeom prst="rect">
            <a:avLst/>
          </a:prstGeom>
          <a:solidFill>
            <a:srgbClr val="BFBFBF"/>
          </a:solidFill>
          <a:ln/>
        </p:spPr>
        <p:txBody>
          <a:bodyPr/>
          <a:lstStyle/>
          <a:p>
            <a:endParaRPr lang="en-US"/>
          </a:p>
        </p:txBody>
      </p:sp>
      <p:sp>
        <p:nvSpPr>
          <p:cNvPr id="62" name="Text 59"/>
          <p:cNvSpPr/>
          <p:nvPr/>
        </p:nvSpPr>
        <p:spPr>
          <a:xfrm>
            <a:off x="4552950" y="6210151"/>
            <a:ext cx="5308092"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A separate line of commits; main is the default</a:t>
            </a:r>
            <a:endParaRPr lang="en-US" sz="1950" dirty="0"/>
          </a:p>
        </p:txBody>
      </p:sp>
      <p:sp>
        <p:nvSpPr>
          <p:cNvPr id="63" name="Shape 60"/>
          <p:cNvSpPr/>
          <p:nvPr/>
        </p:nvSpPr>
        <p:spPr>
          <a:xfrm>
            <a:off x="9867900" y="6655891"/>
            <a:ext cx="3619500" cy="19050"/>
          </a:xfrm>
          <a:prstGeom prst="rect">
            <a:avLst/>
          </a:prstGeom>
          <a:solidFill>
            <a:srgbClr val="BFBFBF"/>
          </a:solidFill>
          <a:ln/>
        </p:spPr>
        <p:txBody>
          <a:bodyPr/>
          <a:lstStyle/>
          <a:p>
            <a:endParaRPr lang="en-US"/>
          </a:p>
        </p:txBody>
      </p:sp>
      <p:sp>
        <p:nvSpPr>
          <p:cNvPr id="64" name="Text 61"/>
          <p:cNvSpPr/>
          <p:nvPr/>
        </p:nvSpPr>
        <p:spPr>
          <a:xfrm>
            <a:off x="10039350" y="6210151"/>
            <a:ext cx="3385185"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Current branch menu</a:t>
            </a:r>
            <a:endParaRPr lang="en-US" sz="1950" dirty="0"/>
          </a:p>
        </p:txBody>
      </p:sp>
      <p:sp>
        <p:nvSpPr>
          <p:cNvPr id="65" name="Shape 62"/>
          <p:cNvSpPr/>
          <p:nvPr/>
        </p:nvSpPr>
        <p:spPr>
          <a:xfrm>
            <a:off x="1809750" y="7244507"/>
            <a:ext cx="2571750" cy="19050"/>
          </a:xfrm>
          <a:prstGeom prst="rect">
            <a:avLst/>
          </a:prstGeom>
          <a:solidFill>
            <a:srgbClr val="BFBFBF"/>
          </a:solidFill>
          <a:ln/>
        </p:spPr>
        <p:txBody>
          <a:bodyPr/>
          <a:lstStyle/>
          <a:p>
            <a:endParaRPr lang="en-US"/>
          </a:p>
        </p:txBody>
      </p:sp>
      <p:sp>
        <p:nvSpPr>
          <p:cNvPr id="66" name="Text 63"/>
          <p:cNvSpPr/>
          <p:nvPr/>
        </p:nvSpPr>
        <p:spPr>
          <a:xfrm>
            <a:off x="1981200" y="6798766"/>
            <a:ext cx="2306003"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Diff</a:t>
            </a:r>
            <a:endParaRPr lang="en-US" sz="1950" dirty="0"/>
          </a:p>
        </p:txBody>
      </p:sp>
      <p:sp>
        <p:nvSpPr>
          <p:cNvPr id="67" name="Shape 64"/>
          <p:cNvSpPr/>
          <p:nvPr/>
        </p:nvSpPr>
        <p:spPr>
          <a:xfrm>
            <a:off x="4381500" y="7244507"/>
            <a:ext cx="5486400" cy="19050"/>
          </a:xfrm>
          <a:prstGeom prst="rect">
            <a:avLst/>
          </a:prstGeom>
          <a:solidFill>
            <a:srgbClr val="BFBFBF"/>
          </a:solidFill>
          <a:ln/>
        </p:spPr>
        <p:txBody>
          <a:bodyPr/>
          <a:lstStyle/>
          <a:p>
            <a:endParaRPr lang="en-US"/>
          </a:p>
        </p:txBody>
      </p:sp>
      <p:sp>
        <p:nvSpPr>
          <p:cNvPr id="68" name="Text 65"/>
          <p:cNvSpPr/>
          <p:nvPr/>
        </p:nvSpPr>
        <p:spPr>
          <a:xfrm>
            <a:off x="4552950" y="6798766"/>
            <a:ext cx="5308092"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Line-by-line changes: + added, − removed</a:t>
            </a:r>
            <a:endParaRPr lang="en-US" sz="1950" dirty="0"/>
          </a:p>
        </p:txBody>
      </p:sp>
      <p:sp>
        <p:nvSpPr>
          <p:cNvPr id="69" name="Shape 66"/>
          <p:cNvSpPr/>
          <p:nvPr/>
        </p:nvSpPr>
        <p:spPr>
          <a:xfrm>
            <a:off x="9867900" y="7244507"/>
            <a:ext cx="3619500" cy="19050"/>
          </a:xfrm>
          <a:prstGeom prst="rect">
            <a:avLst/>
          </a:prstGeom>
          <a:solidFill>
            <a:srgbClr val="BFBFBF"/>
          </a:solidFill>
          <a:ln/>
        </p:spPr>
        <p:txBody>
          <a:bodyPr/>
          <a:lstStyle/>
          <a:p>
            <a:endParaRPr lang="en-US"/>
          </a:p>
        </p:txBody>
      </p:sp>
      <p:sp>
        <p:nvSpPr>
          <p:cNvPr id="70" name="Text 67"/>
          <p:cNvSpPr/>
          <p:nvPr/>
        </p:nvSpPr>
        <p:spPr>
          <a:xfrm>
            <a:off x="10039350" y="6798766"/>
            <a:ext cx="3385185"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Changes tab / History tab</a:t>
            </a:r>
            <a:endParaRPr lang="en-US" sz="1950" dirty="0"/>
          </a:p>
        </p:txBody>
      </p:sp>
      <p:sp>
        <p:nvSpPr>
          <p:cNvPr id="71" name="Shape 68"/>
          <p:cNvSpPr/>
          <p:nvPr/>
        </p:nvSpPr>
        <p:spPr>
          <a:xfrm>
            <a:off x="1809750" y="8155037"/>
            <a:ext cx="2571750" cy="19050"/>
          </a:xfrm>
          <a:prstGeom prst="rect">
            <a:avLst/>
          </a:prstGeom>
          <a:solidFill>
            <a:srgbClr val="BFBFBF"/>
          </a:solidFill>
          <a:ln/>
        </p:spPr>
        <p:txBody>
          <a:bodyPr/>
          <a:lstStyle/>
          <a:p>
            <a:endParaRPr lang="en-US"/>
          </a:p>
        </p:txBody>
      </p:sp>
      <p:sp>
        <p:nvSpPr>
          <p:cNvPr id="72" name="Text 69"/>
          <p:cNvSpPr/>
          <p:nvPr/>
        </p:nvSpPr>
        <p:spPr>
          <a:xfrm>
            <a:off x="1981200" y="7387382"/>
            <a:ext cx="2306003"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Pull request (PR)</a:t>
            </a:r>
            <a:endParaRPr lang="en-US" sz="1950" dirty="0"/>
          </a:p>
        </p:txBody>
      </p:sp>
      <p:sp>
        <p:nvSpPr>
          <p:cNvPr id="73" name="Shape 70"/>
          <p:cNvSpPr/>
          <p:nvPr/>
        </p:nvSpPr>
        <p:spPr>
          <a:xfrm>
            <a:off x="4381500" y="8155037"/>
            <a:ext cx="5486400" cy="19050"/>
          </a:xfrm>
          <a:prstGeom prst="rect">
            <a:avLst/>
          </a:prstGeom>
          <a:solidFill>
            <a:srgbClr val="BFBFBF"/>
          </a:solidFill>
          <a:ln/>
        </p:spPr>
        <p:txBody>
          <a:bodyPr/>
          <a:lstStyle/>
          <a:p>
            <a:endParaRPr lang="en-US"/>
          </a:p>
        </p:txBody>
      </p:sp>
      <p:sp>
        <p:nvSpPr>
          <p:cNvPr id="74" name="Text 71"/>
          <p:cNvSpPr/>
          <p:nvPr/>
        </p:nvSpPr>
        <p:spPr>
          <a:xfrm>
            <a:off x="4552950" y="7387382"/>
            <a:ext cx="5308092"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A request on GitHub to merge one branch into another, with review comments</a:t>
            </a:r>
            <a:endParaRPr lang="en-US" sz="1950" dirty="0"/>
          </a:p>
        </p:txBody>
      </p:sp>
      <p:sp>
        <p:nvSpPr>
          <p:cNvPr id="75" name="Shape 72"/>
          <p:cNvSpPr/>
          <p:nvPr/>
        </p:nvSpPr>
        <p:spPr>
          <a:xfrm>
            <a:off x="9867900" y="8155037"/>
            <a:ext cx="3619500" cy="19050"/>
          </a:xfrm>
          <a:prstGeom prst="rect">
            <a:avLst/>
          </a:prstGeom>
          <a:solidFill>
            <a:srgbClr val="BFBFBF"/>
          </a:solidFill>
          <a:ln/>
        </p:spPr>
        <p:txBody>
          <a:bodyPr/>
          <a:lstStyle/>
          <a:p>
            <a:endParaRPr lang="en-US"/>
          </a:p>
        </p:txBody>
      </p:sp>
      <p:sp>
        <p:nvSpPr>
          <p:cNvPr id="76" name="Text 73"/>
          <p:cNvSpPr/>
          <p:nvPr/>
        </p:nvSpPr>
        <p:spPr>
          <a:xfrm>
            <a:off x="10039350" y="7387382"/>
            <a:ext cx="3385185"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Create Pull Request (opens GitHub)</a:t>
            </a:r>
            <a:endParaRPr lang="en-US" sz="1950" dirty="0"/>
          </a:p>
        </p:txBody>
      </p:sp>
      <p:sp>
        <p:nvSpPr>
          <p:cNvPr id="77" name="Text 74"/>
          <p:cNvSpPr/>
          <p:nvPr/>
        </p:nvSpPr>
        <p:spPr>
          <a:xfrm>
            <a:off x="1809750" y="8572500"/>
            <a:ext cx="1202798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A coding agent uses these same operations: it commits to its own branch and pushes to GitHub. You fetch that branch to test it.</a:t>
            </a:r>
            <a:endParaRPr lang="en-US" sz="2100" dirty="0"/>
          </a:p>
        </p:txBody>
      </p:sp>
      <p:sp>
        <p:nvSpPr>
          <p:cNvPr id="78" name="Text 75"/>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79" name="Text 76"/>
          <p:cNvSpPr/>
          <p:nvPr/>
        </p:nvSpPr>
        <p:spPr>
          <a:xfrm>
            <a:off x="13459420" y="9810750"/>
            <a:ext cx="19943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4</a:t>
            </a:r>
            <a:endParaRPr lang="en-US" sz="1800" dirty="0"/>
          </a:p>
        </p:txBody>
      </p:sp>
      <p:pic>
        <p:nvPicPr>
          <p:cNvPr id="81" name="Image 0" descr="preencoded.png">
            <a:extLst>
              <a:ext uri="{FF2B5EF4-FFF2-40B4-BE49-F238E27FC236}">
                <a16:creationId xmlns:a16="http://schemas.microsoft.com/office/drawing/2014/main" id="{A529E6E4-E6F5-15C5-A57C-F1D6B9749AB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Chat LLM vs. Coding Agent</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905000" y="3466271"/>
            <a:ext cx="2476500" cy="689521"/>
          </a:xfrm>
          <a:prstGeom prst="rect">
            <a:avLst/>
          </a:prstGeom>
          <a:solidFill>
            <a:srgbClr val="152A47"/>
          </a:solidFill>
          <a:ln/>
        </p:spPr>
        <p:txBody>
          <a:bodyPr/>
          <a:lstStyle/>
          <a:p>
            <a:endParaRPr lang="en-US"/>
          </a:p>
        </p:txBody>
      </p:sp>
      <p:sp>
        <p:nvSpPr>
          <p:cNvPr id="18" name="Shape 15"/>
          <p:cNvSpPr/>
          <p:nvPr/>
        </p:nvSpPr>
        <p:spPr>
          <a:xfrm>
            <a:off x="4381500" y="3466271"/>
            <a:ext cx="4524375" cy="689521"/>
          </a:xfrm>
          <a:prstGeom prst="rect">
            <a:avLst/>
          </a:prstGeom>
          <a:solidFill>
            <a:srgbClr val="152A47"/>
          </a:solidFill>
          <a:ln/>
        </p:spPr>
        <p:txBody>
          <a:bodyPr/>
          <a:lstStyle/>
          <a:p>
            <a:endParaRPr lang="en-US"/>
          </a:p>
        </p:txBody>
      </p:sp>
      <p:sp>
        <p:nvSpPr>
          <p:cNvPr id="19" name="Text 16"/>
          <p:cNvSpPr/>
          <p:nvPr/>
        </p:nvSpPr>
        <p:spPr>
          <a:xfrm>
            <a:off x="4572000" y="3637721"/>
            <a:ext cx="4279106" cy="384721"/>
          </a:xfrm>
          <a:prstGeom prst="rect">
            <a:avLst/>
          </a:prstGeom>
          <a:noFill/>
          <a:ln/>
        </p:spPr>
        <p:txBody>
          <a:bodyPr wrap="square" lIns="25400" tIns="25400" rIns="25400" bIns="25400" rtlCol="0" anchor="t">
            <a:normAutofit/>
          </a:bodyPr>
          <a:lstStyle/>
          <a:p>
            <a:pPr marL="0" indent="0" algn="l">
              <a:lnSpc>
                <a:spcPct val="98378"/>
              </a:lnSpc>
              <a:buNone/>
            </a:pPr>
            <a:r>
              <a:rPr lang="en-US" sz="2100" b="1" dirty="0">
                <a:solidFill>
                  <a:srgbClr val="FFFFFF"/>
                </a:solidFill>
                <a:latin typeface="Segoe UI" pitchFamily="34" charset="0"/>
                <a:ea typeface="Segoe UI" pitchFamily="34" charset="-122"/>
                <a:cs typeface="Segoe UI" pitchFamily="34" charset="-120"/>
              </a:rPr>
              <a:t>Chat LLM (copy/paste)</a:t>
            </a:r>
            <a:endParaRPr lang="en-US" sz="2100" dirty="0"/>
          </a:p>
        </p:txBody>
      </p:sp>
      <p:sp>
        <p:nvSpPr>
          <p:cNvPr id="20" name="Shape 17"/>
          <p:cNvSpPr/>
          <p:nvPr/>
        </p:nvSpPr>
        <p:spPr>
          <a:xfrm>
            <a:off x="8905875" y="3466271"/>
            <a:ext cx="4524375" cy="689521"/>
          </a:xfrm>
          <a:prstGeom prst="rect">
            <a:avLst/>
          </a:prstGeom>
          <a:solidFill>
            <a:srgbClr val="152A47"/>
          </a:solidFill>
          <a:ln/>
        </p:spPr>
        <p:txBody>
          <a:bodyPr/>
          <a:lstStyle/>
          <a:p>
            <a:endParaRPr lang="en-US"/>
          </a:p>
        </p:txBody>
      </p:sp>
      <p:sp>
        <p:nvSpPr>
          <p:cNvPr id="21" name="Text 18"/>
          <p:cNvSpPr/>
          <p:nvPr/>
        </p:nvSpPr>
        <p:spPr>
          <a:xfrm>
            <a:off x="9096375" y="3637721"/>
            <a:ext cx="4279106" cy="384721"/>
          </a:xfrm>
          <a:prstGeom prst="rect">
            <a:avLst/>
          </a:prstGeom>
          <a:noFill/>
          <a:ln/>
        </p:spPr>
        <p:txBody>
          <a:bodyPr wrap="square" lIns="25400" tIns="25400" rIns="25400" bIns="25400" rtlCol="0" anchor="t">
            <a:normAutofit/>
          </a:bodyPr>
          <a:lstStyle/>
          <a:p>
            <a:pPr marL="0" indent="0" algn="l">
              <a:lnSpc>
                <a:spcPct val="98378"/>
              </a:lnSpc>
              <a:buNone/>
            </a:pPr>
            <a:r>
              <a:rPr lang="en-US" sz="2100" b="1" dirty="0">
                <a:solidFill>
                  <a:srgbClr val="FFFFFF"/>
                </a:solidFill>
                <a:latin typeface="Segoe UI" pitchFamily="34" charset="0"/>
                <a:ea typeface="Segoe UI" pitchFamily="34" charset="-122"/>
                <a:cs typeface="Segoe UI" pitchFamily="34" charset="-120"/>
              </a:rPr>
              <a:t>Coding agent (e.g. Claude Code)</a:t>
            </a:r>
            <a:endParaRPr lang="en-US" sz="2100" dirty="0"/>
          </a:p>
        </p:txBody>
      </p:sp>
      <p:sp>
        <p:nvSpPr>
          <p:cNvPr id="22" name="Shape 19"/>
          <p:cNvSpPr/>
          <p:nvPr/>
        </p:nvSpPr>
        <p:spPr>
          <a:xfrm>
            <a:off x="1905000" y="4883412"/>
            <a:ext cx="2476500" cy="19050"/>
          </a:xfrm>
          <a:prstGeom prst="rect">
            <a:avLst/>
          </a:prstGeom>
          <a:solidFill>
            <a:srgbClr val="BFBFBF"/>
          </a:solidFill>
          <a:ln/>
        </p:spPr>
        <p:txBody>
          <a:bodyPr/>
          <a:lstStyle/>
          <a:p>
            <a:endParaRPr lang="en-US"/>
          </a:p>
        </p:txBody>
      </p:sp>
      <p:sp>
        <p:nvSpPr>
          <p:cNvPr id="23" name="Text 20"/>
          <p:cNvSpPr/>
          <p:nvPr/>
        </p:nvSpPr>
        <p:spPr>
          <a:xfrm>
            <a:off x="2095500" y="4346292"/>
            <a:ext cx="2171700" cy="384721"/>
          </a:xfrm>
          <a:prstGeom prst="rect">
            <a:avLst/>
          </a:prstGeom>
          <a:noFill/>
          <a:ln/>
        </p:spPr>
        <p:txBody>
          <a:bodyPr wrap="square" lIns="25400" tIns="25400" rIns="25400" bIns="25400" rtlCol="0" anchor="t">
            <a:normAutofit/>
          </a:bodyPr>
          <a:lstStyle/>
          <a:p>
            <a:pPr marL="0" indent="0" algn="l">
              <a:lnSpc>
                <a:spcPct val="98378"/>
              </a:lnSpc>
              <a:buNone/>
            </a:pPr>
            <a:r>
              <a:rPr lang="en-US" sz="2100" b="1" dirty="0">
                <a:solidFill>
                  <a:srgbClr val="000000"/>
                </a:solidFill>
                <a:latin typeface="Segoe UI" pitchFamily="34" charset="0"/>
                <a:ea typeface="Segoe UI" pitchFamily="34" charset="-122"/>
                <a:cs typeface="Segoe UI" pitchFamily="34" charset="-120"/>
              </a:rPr>
              <a:t>Sees your code</a:t>
            </a:r>
            <a:endParaRPr lang="en-US" sz="2100" dirty="0"/>
          </a:p>
        </p:txBody>
      </p:sp>
      <p:sp>
        <p:nvSpPr>
          <p:cNvPr id="24" name="Shape 21"/>
          <p:cNvSpPr/>
          <p:nvPr/>
        </p:nvSpPr>
        <p:spPr>
          <a:xfrm>
            <a:off x="4381500" y="4883412"/>
            <a:ext cx="4524375" cy="19050"/>
          </a:xfrm>
          <a:prstGeom prst="rect">
            <a:avLst/>
          </a:prstGeom>
          <a:solidFill>
            <a:srgbClr val="BFBFBF"/>
          </a:solidFill>
          <a:ln/>
        </p:spPr>
        <p:txBody>
          <a:bodyPr/>
          <a:lstStyle/>
          <a:p>
            <a:endParaRPr lang="en-US"/>
          </a:p>
        </p:txBody>
      </p:sp>
      <p:sp>
        <p:nvSpPr>
          <p:cNvPr id="25" name="Text 22"/>
          <p:cNvSpPr/>
          <p:nvPr/>
        </p:nvSpPr>
        <p:spPr>
          <a:xfrm>
            <a:off x="4572000" y="4346292"/>
            <a:ext cx="4279106" cy="38472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Only what you paste in</a:t>
            </a:r>
            <a:endParaRPr lang="en-US" sz="2100" dirty="0"/>
          </a:p>
        </p:txBody>
      </p:sp>
      <p:sp>
        <p:nvSpPr>
          <p:cNvPr id="26" name="Shape 23"/>
          <p:cNvSpPr/>
          <p:nvPr/>
        </p:nvSpPr>
        <p:spPr>
          <a:xfrm>
            <a:off x="8905875" y="4883412"/>
            <a:ext cx="4524375" cy="19050"/>
          </a:xfrm>
          <a:prstGeom prst="rect">
            <a:avLst/>
          </a:prstGeom>
          <a:solidFill>
            <a:srgbClr val="BFBFBF"/>
          </a:solidFill>
          <a:ln/>
        </p:spPr>
        <p:txBody>
          <a:bodyPr/>
          <a:lstStyle/>
          <a:p>
            <a:endParaRPr lang="en-US"/>
          </a:p>
        </p:txBody>
      </p:sp>
      <p:sp>
        <p:nvSpPr>
          <p:cNvPr id="27" name="Text 24"/>
          <p:cNvSpPr/>
          <p:nvPr/>
        </p:nvSpPr>
        <p:spPr>
          <a:xfrm>
            <a:off x="9096375" y="4346292"/>
            <a:ext cx="4279106" cy="38472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Reads the whole repo itself</a:t>
            </a:r>
            <a:endParaRPr lang="en-US" sz="2100" dirty="0"/>
          </a:p>
        </p:txBody>
      </p:sp>
      <p:sp>
        <p:nvSpPr>
          <p:cNvPr id="28" name="Shape 25"/>
          <p:cNvSpPr/>
          <p:nvPr/>
        </p:nvSpPr>
        <p:spPr>
          <a:xfrm>
            <a:off x="1905000" y="5976704"/>
            <a:ext cx="2476500" cy="19050"/>
          </a:xfrm>
          <a:prstGeom prst="rect">
            <a:avLst/>
          </a:prstGeom>
          <a:solidFill>
            <a:srgbClr val="BFBFBF"/>
          </a:solidFill>
          <a:ln/>
        </p:spPr>
        <p:txBody>
          <a:bodyPr/>
          <a:lstStyle/>
          <a:p>
            <a:endParaRPr lang="en-US"/>
          </a:p>
        </p:txBody>
      </p:sp>
      <p:sp>
        <p:nvSpPr>
          <p:cNvPr id="29" name="Text 26"/>
          <p:cNvSpPr/>
          <p:nvPr/>
        </p:nvSpPr>
        <p:spPr>
          <a:xfrm>
            <a:off x="2095500" y="5092962"/>
            <a:ext cx="2171700"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b="1" dirty="0">
                <a:solidFill>
                  <a:srgbClr val="000000"/>
                </a:solidFill>
                <a:latin typeface="Segoe UI" pitchFamily="34" charset="0"/>
                <a:ea typeface="Segoe UI" pitchFamily="34" charset="-122"/>
                <a:cs typeface="Segoe UI" pitchFamily="34" charset="-120"/>
              </a:rPr>
              <a:t>Edits code</a:t>
            </a:r>
            <a:endParaRPr lang="en-US" sz="2100" dirty="0"/>
          </a:p>
        </p:txBody>
      </p:sp>
      <p:sp>
        <p:nvSpPr>
          <p:cNvPr id="30" name="Shape 27"/>
          <p:cNvSpPr/>
          <p:nvPr/>
        </p:nvSpPr>
        <p:spPr>
          <a:xfrm>
            <a:off x="4381500" y="5976704"/>
            <a:ext cx="4524375" cy="19050"/>
          </a:xfrm>
          <a:prstGeom prst="rect">
            <a:avLst/>
          </a:prstGeom>
          <a:solidFill>
            <a:srgbClr val="BFBFBF"/>
          </a:solidFill>
          <a:ln/>
        </p:spPr>
        <p:txBody>
          <a:bodyPr/>
          <a:lstStyle/>
          <a:p>
            <a:endParaRPr lang="en-US"/>
          </a:p>
        </p:txBody>
      </p:sp>
      <p:sp>
        <p:nvSpPr>
          <p:cNvPr id="31" name="Text 28"/>
          <p:cNvSpPr/>
          <p:nvPr/>
        </p:nvSpPr>
        <p:spPr>
          <a:xfrm>
            <a:off x="4572000" y="5092962"/>
            <a:ext cx="4279106"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You copy, paste, and merge by hand</a:t>
            </a:r>
            <a:endParaRPr lang="en-US" sz="2100" dirty="0"/>
          </a:p>
        </p:txBody>
      </p:sp>
      <p:sp>
        <p:nvSpPr>
          <p:cNvPr id="32" name="Shape 29"/>
          <p:cNvSpPr/>
          <p:nvPr/>
        </p:nvSpPr>
        <p:spPr>
          <a:xfrm>
            <a:off x="8905875" y="5976704"/>
            <a:ext cx="4524375" cy="19050"/>
          </a:xfrm>
          <a:prstGeom prst="rect">
            <a:avLst/>
          </a:prstGeom>
          <a:solidFill>
            <a:srgbClr val="BFBFBF"/>
          </a:solidFill>
          <a:ln/>
        </p:spPr>
        <p:txBody>
          <a:bodyPr/>
          <a:lstStyle/>
          <a:p>
            <a:endParaRPr lang="en-US"/>
          </a:p>
        </p:txBody>
      </p:sp>
      <p:sp>
        <p:nvSpPr>
          <p:cNvPr id="33" name="Text 30"/>
          <p:cNvSpPr/>
          <p:nvPr/>
        </p:nvSpPr>
        <p:spPr>
          <a:xfrm>
            <a:off x="9096375" y="5092962"/>
            <a:ext cx="4279106"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Edits files and commits them to a branch</a:t>
            </a:r>
            <a:endParaRPr lang="en-US" sz="2100" dirty="0"/>
          </a:p>
        </p:txBody>
      </p:sp>
      <p:sp>
        <p:nvSpPr>
          <p:cNvPr id="34" name="Shape 31"/>
          <p:cNvSpPr/>
          <p:nvPr/>
        </p:nvSpPr>
        <p:spPr>
          <a:xfrm>
            <a:off x="1905000" y="7069995"/>
            <a:ext cx="2476500" cy="19050"/>
          </a:xfrm>
          <a:prstGeom prst="rect">
            <a:avLst/>
          </a:prstGeom>
          <a:solidFill>
            <a:srgbClr val="BFBFBF"/>
          </a:solidFill>
          <a:ln/>
        </p:spPr>
        <p:txBody>
          <a:bodyPr/>
          <a:lstStyle/>
          <a:p>
            <a:endParaRPr lang="en-US"/>
          </a:p>
        </p:txBody>
      </p:sp>
      <p:sp>
        <p:nvSpPr>
          <p:cNvPr id="35" name="Text 32"/>
          <p:cNvSpPr/>
          <p:nvPr/>
        </p:nvSpPr>
        <p:spPr>
          <a:xfrm>
            <a:off x="2095500" y="6186254"/>
            <a:ext cx="2171700"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b="1" dirty="0">
                <a:solidFill>
                  <a:srgbClr val="000000"/>
                </a:solidFill>
                <a:latin typeface="Segoe UI" pitchFamily="34" charset="0"/>
                <a:ea typeface="Segoe UI" pitchFamily="34" charset="-122"/>
                <a:cs typeface="Segoe UI" pitchFamily="34" charset="-120"/>
              </a:rPr>
              <a:t>Runs commands</a:t>
            </a:r>
            <a:endParaRPr lang="en-US" sz="2100" dirty="0"/>
          </a:p>
        </p:txBody>
      </p:sp>
      <p:sp>
        <p:nvSpPr>
          <p:cNvPr id="36" name="Shape 33"/>
          <p:cNvSpPr/>
          <p:nvPr/>
        </p:nvSpPr>
        <p:spPr>
          <a:xfrm>
            <a:off x="4381500" y="7069995"/>
            <a:ext cx="4524375" cy="19050"/>
          </a:xfrm>
          <a:prstGeom prst="rect">
            <a:avLst/>
          </a:prstGeom>
          <a:solidFill>
            <a:srgbClr val="BFBFBF"/>
          </a:solidFill>
          <a:ln/>
        </p:spPr>
        <p:txBody>
          <a:bodyPr/>
          <a:lstStyle/>
          <a:p>
            <a:endParaRPr lang="en-US"/>
          </a:p>
        </p:txBody>
      </p:sp>
      <p:sp>
        <p:nvSpPr>
          <p:cNvPr id="37" name="Text 34"/>
          <p:cNvSpPr/>
          <p:nvPr/>
        </p:nvSpPr>
        <p:spPr>
          <a:xfrm>
            <a:off x="4572000" y="6186254"/>
            <a:ext cx="4279106"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No</a:t>
            </a:r>
            <a:endParaRPr lang="en-US" sz="2100" dirty="0"/>
          </a:p>
        </p:txBody>
      </p:sp>
      <p:sp>
        <p:nvSpPr>
          <p:cNvPr id="38" name="Shape 35"/>
          <p:cNvSpPr/>
          <p:nvPr/>
        </p:nvSpPr>
        <p:spPr>
          <a:xfrm>
            <a:off x="8905875" y="7069995"/>
            <a:ext cx="4524375" cy="19050"/>
          </a:xfrm>
          <a:prstGeom prst="rect">
            <a:avLst/>
          </a:prstGeom>
          <a:solidFill>
            <a:srgbClr val="BFBFBF"/>
          </a:solidFill>
          <a:ln/>
        </p:spPr>
        <p:txBody>
          <a:bodyPr/>
          <a:lstStyle/>
          <a:p>
            <a:endParaRPr lang="en-US"/>
          </a:p>
        </p:txBody>
      </p:sp>
      <p:sp>
        <p:nvSpPr>
          <p:cNvPr id="39" name="Text 36"/>
          <p:cNvSpPr/>
          <p:nvPr/>
        </p:nvSpPr>
        <p:spPr>
          <a:xfrm>
            <a:off x="9096375" y="6186254"/>
            <a:ext cx="4279106"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Yes, in a cloud sandbox (search, scripts, compile)</a:t>
            </a:r>
            <a:endParaRPr lang="en-US" sz="2100" dirty="0"/>
          </a:p>
        </p:txBody>
      </p:sp>
      <p:sp>
        <p:nvSpPr>
          <p:cNvPr id="40" name="Shape 37"/>
          <p:cNvSpPr/>
          <p:nvPr/>
        </p:nvSpPr>
        <p:spPr>
          <a:xfrm>
            <a:off x="1905000" y="8163287"/>
            <a:ext cx="2476500" cy="19050"/>
          </a:xfrm>
          <a:prstGeom prst="rect">
            <a:avLst/>
          </a:prstGeom>
          <a:solidFill>
            <a:srgbClr val="BFBFBF"/>
          </a:solidFill>
          <a:ln/>
        </p:spPr>
        <p:txBody>
          <a:bodyPr/>
          <a:lstStyle/>
          <a:p>
            <a:endParaRPr lang="en-US"/>
          </a:p>
        </p:txBody>
      </p:sp>
      <p:sp>
        <p:nvSpPr>
          <p:cNvPr id="41" name="Text 38"/>
          <p:cNvSpPr/>
          <p:nvPr/>
        </p:nvSpPr>
        <p:spPr>
          <a:xfrm>
            <a:off x="2095500" y="7279545"/>
            <a:ext cx="2171700"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b="1" dirty="0">
                <a:solidFill>
                  <a:srgbClr val="000000"/>
                </a:solidFill>
                <a:latin typeface="Segoe UI" pitchFamily="34" charset="0"/>
                <a:ea typeface="Segoe UI" pitchFamily="34" charset="-122"/>
                <a:cs typeface="Segoe UI" pitchFamily="34" charset="-120"/>
              </a:rPr>
              <a:t>Project rules</a:t>
            </a:r>
            <a:endParaRPr lang="en-US" sz="2100" dirty="0"/>
          </a:p>
        </p:txBody>
      </p:sp>
      <p:sp>
        <p:nvSpPr>
          <p:cNvPr id="42" name="Shape 39"/>
          <p:cNvSpPr/>
          <p:nvPr/>
        </p:nvSpPr>
        <p:spPr>
          <a:xfrm>
            <a:off x="4381500" y="8163287"/>
            <a:ext cx="4524375" cy="19050"/>
          </a:xfrm>
          <a:prstGeom prst="rect">
            <a:avLst/>
          </a:prstGeom>
          <a:solidFill>
            <a:srgbClr val="BFBFBF"/>
          </a:solidFill>
          <a:ln/>
        </p:spPr>
        <p:txBody>
          <a:bodyPr/>
          <a:lstStyle/>
          <a:p>
            <a:endParaRPr lang="en-US"/>
          </a:p>
        </p:txBody>
      </p:sp>
      <p:sp>
        <p:nvSpPr>
          <p:cNvPr id="43" name="Text 40"/>
          <p:cNvSpPr/>
          <p:nvPr/>
        </p:nvSpPr>
        <p:spPr>
          <a:xfrm>
            <a:off x="4572000" y="7279545"/>
            <a:ext cx="4279106"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Re-explained in every chat</a:t>
            </a:r>
            <a:endParaRPr lang="en-US" sz="2100" dirty="0"/>
          </a:p>
        </p:txBody>
      </p:sp>
      <p:sp>
        <p:nvSpPr>
          <p:cNvPr id="44" name="Shape 41"/>
          <p:cNvSpPr/>
          <p:nvPr/>
        </p:nvSpPr>
        <p:spPr>
          <a:xfrm>
            <a:off x="8905875" y="8163287"/>
            <a:ext cx="4524375" cy="19050"/>
          </a:xfrm>
          <a:prstGeom prst="rect">
            <a:avLst/>
          </a:prstGeom>
          <a:solidFill>
            <a:srgbClr val="BFBFBF"/>
          </a:solidFill>
          <a:ln/>
        </p:spPr>
        <p:txBody>
          <a:bodyPr/>
          <a:lstStyle/>
          <a:p>
            <a:endParaRPr lang="en-US"/>
          </a:p>
        </p:txBody>
      </p:sp>
      <p:sp>
        <p:nvSpPr>
          <p:cNvPr id="45" name="Text 42"/>
          <p:cNvSpPr/>
          <p:nvPr/>
        </p:nvSpPr>
        <p:spPr>
          <a:xfrm>
            <a:off x="9096375" y="7279545"/>
            <a:ext cx="4279106"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Written once in CLAUDE.md, read every session</a:t>
            </a:r>
            <a:endParaRPr lang="en-US" sz="2100" dirty="0"/>
          </a:p>
        </p:txBody>
      </p:sp>
      <p:sp>
        <p:nvSpPr>
          <p:cNvPr id="46" name="Shape 43"/>
          <p:cNvSpPr/>
          <p:nvPr/>
        </p:nvSpPr>
        <p:spPr>
          <a:xfrm>
            <a:off x="1905000" y="8909957"/>
            <a:ext cx="2476500" cy="19050"/>
          </a:xfrm>
          <a:prstGeom prst="rect">
            <a:avLst/>
          </a:prstGeom>
          <a:solidFill>
            <a:srgbClr val="BFBFBF"/>
          </a:solidFill>
          <a:ln/>
        </p:spPr>
        <p:txBody>
          <a:bodyPr/>
          <a:lstStyle/>
          <a:p>
            <a:endParaRPr lang="en-US"/>
          </a:p>
        </p:txBody>
      </p:sp>
      <p:sp>
        <p:nvSpPr>
          <p:cNvPr id="47" name="Text 44"/>
          <p:cNvSpPr/>
          <p:nvPr/>
        </p:nvSpPr>
        <p:spPr>
          <a:xfrm>
            <a:off x="2095500" y="8372837"/>
            <a:ext cx="2171700" cy="384721"/>
          </a:xfrm>
          <a:prstGeom prst="rect">
            <a:avLst/>
          </a:prstGeom>
          <a:noFill/>
          <a:ln/>
        </p:spPr>
        <p:txBody>
          <a:bodyPr wrap="square" lIns="25400" tIns="25400" rIns="25400" bIns="25400" rtlCol="0" anchor="t">
            <a:normAutofit/>
          </a:bodyPr>
          <a:lstStyle/>
          <a:p>
            <a:pPr marL="0" indent="0" algn="l">
              <a:lnSpc>
                <a:spcPct val="98378"/>
              </a:lnSpc>
              <a:buNone/>
            </a:pPr>
            <a:r>
              <a:rPr lang="en-US" sz="2100" b="1" dirty="0">
                <a:solidFill>
                  <a:srgbClr val="000000"/>
                </a:solidFill>
                <a:latin typeface="Segoe UI" pitchFamily="34" charset="0"/>
                <a:ea typeface="Segoe UI" pitchFamily="34" charset="-122"/>
                <a:cs typeface="Segoe UI" pitchFamily="34" charset="-120"/>
              </a:rPr>
              <a:t>Your role</a:t>
            </a:r>
            <a:endParaRPr lang="en-US" sz="2100" dirty="0"/>
          </a:p>
        </p:txBody>
      </p:sp>
      <p:sp>
        <p:nvSpPr>
          <p:cNvPr id="48" name="Shape 45"/>
          <p:cNvSpPr/>
          <p:nvPr/>
        </p:nvSpPr>
        <p:spPr>
          <a:xfrm>
            <a:off x="4381500" y="8909957"/>
            <a:ext cx="4524375" cy="19050"/>
          </a:xfrm>
          <a:prstGeom prst="rect">
            <a:avLst/>
          </a:prstGeom>
          <a:solidFill>
            <a:srgbClr val="BFBFBF"/>
          </a:solidFill>
          <a:ln/>
        </p:spPr>
        <p:txBody>
          <a:bodyPr/>
          <a:lstStyle/>
          <a:p>
            <a:endParaRPr lang="en-US"/>
          </a:p>
        </p:txBody>
      </p:sp>
      <p:sp>
        <p:nvSpPr>
          <p:cNvPr id="49" name="Text 46"/>
          <p:cNvSpPr/>
          <p:nvPr/>
        </p:nvSpPr>
        <p:spPr>
          <a:xfrm>
            <a:off x="4572000" y="8372837"/>
            <a:ext cx="4279106" cy="38472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Integrator and debugger</a:t>
            </a:r>
            <a:endParaRPr lang="en-US" sz="2100" dirty="0"/>
          </a:p>
        </p:txBody>
      </p:sp>
      <p:sp>
        <p:nvSpPr>
          <p:cNvPr id="50" name="Shape 47"/>
          <p:cNvSpPr/>
          <p:nvPr/>
        </p:nvSpPr>
        <p:spPr>
          <a:xfrm>
            <a:off x="8905875" y="8909957"/>
            <a:ext cx="4524375" cy="19050"/>
          </a:xfrm>
          <a:prstGeom prst="rect">
            <a:avLst/>
          </a:prstGeom>
          <a:solidFill>
            <a:srgbClr val="BFBFBF"/>
          </a:solidFill>
          <a:ln/>
        </p:spPr>
        <p:txBody>
          <a:bodyPr/>
          <a:lstStyle/>
          <a:p>
            <a:endParaRPr lang="en-US"/>
          </a:p>
        </p:txBody>
      </p:sp>
      <p:sp>
        <p:nvSpPr>
          <p:cNvPr id="51" name="Text 48"/>
          <p:cNvSpPr/>
          <p:nvPr/>
        </p:nvSpPr>
        <p:spPr>
          <a:xfrm>
            <a:off x="9096375" y="8372837"/>
            <a:ext cx="4279106" cy="38472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Specifier, reviewer, and tester</a:t>
            </a:r>
            <a:endParaRPr lang="en-US" sz="2100" dirty="0"/>
          </a:p>
        </p:txBody>
      </p:sp>
      <p:sp>
        <p:nvSpPr>
          <p:cNvPr id="52" name="Text 49"/>
          <p:cNvSpPr/>
          <p:nvPr/>
        </p:nvSpPr>
        <p:spPr>
          <a:xfrm>
            <a:off x="1905000" y="9103413"/>
            <a:ext cx="11871008" cy="809625"/>
          </a:xfrm>
          <a:prstGeom prst="rect">
            <a:avLst/>
          </a:prstGeom>
          <a:noFill/>
          <a:ln/>
        </p:spPr>
        <p:txBody>
          <a:bodyPr wrap="square" lIns="25400" tIns="25400" rIns="25400" bIns="25400" rtlCol="0" anchor="t">
            <a:normAutofit/>
          </a:bodyPr>
          <a:lstStyle/>
          <a:p>
            <a:pPr marL="0" indent="0" algn="l">
              <a:lnSpc>
                <a:spcPct val="101250"/>
              </a:lnSpc>
              <a:buNone/>
            </a:pPr>
            <a:r>
              <a:rPr lang="en-US" sz="2250" dirty="0">
                <a:solidFill>
                  <a:srgbClr val="000000"/>
                </a:solidFill>
                <a:latin typeface="Segoe UI" pitchFamily="34" charset="0"/>
                <a:ea typeface="Segoe UI" pitchFamily="34" charset="-122"/>
                <a:cs typeface="Segoe UI" pitchFamily="34" charset="-120"/>
              </a:rPr>
              <a:t>An agent does more work per prompt. Each prompt needs a clearer specification, and each result needs a closer review.</a:t>
            </a:r>
            <a:endParaRPr lang="en-US" sz="2250" dirty="0"/>
          </a:p>
        </p:txBody>
      </p:sp>
      <p:sp>
        <p:nvSpPr>
          <p:cNvPr id="53" name="Text 50"/>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54" name="Text 51"/>
          <p:cNvSpPr/>
          <p:nvPr/>
        </p:nvSpPr>
        <p:spPr>
          <a:xfrm>
            <a:off x="13459420" y="9810750"/>
            <a:ext cx="19943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5</a:t>
            </a:r>
            <a:endParaRPr lang="en-US" sz="1800" dirty="0"/>
          </a:p>
        </p:txBody>
      </p:sp>
      <p:pic>
        <p:nvPicPr>
          <p:cNvPr id="56" name="Image 0" descr="preencoded.png">
            <a:extLst>
              <a:ext uri="{FF2B5EF4-FFF2-40B4-BE49-F238E27FC236}">
                <a16:creationId xmlns:a16="http://schemas.microsoft.com/office/drawing/2014/main" id="{5F23FC9F-94F6-65EE-E12B-A6C47FB1EB2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pic>
        <p:nvPicPr>
          <p:cNvPr id="3" name="Picture 2" descr="Three boxes showing the progression from generative AI to generative AI plus tools to agentic AI.">
            <a:extLst>
              <a:ext uri="{FF2B5EF4-FFF2-40B4-BE49-F238E27FC236}">
                <a16:creationId xmlns:a16="http://schemas.microsoft.com/office/drawing/2014/main" id="{01A0C725-EA4F-9DBA-842E-31E0F302984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950555" y="1209490"/>
            <a:ext cx="7338889" cy="22934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Agent Tool Options</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714500"/>
            <a:ext cx="2667000" cy="626715"/>
          </a:xfrm>
          <a:prstGeom prst="rect">
            <a:avLst/>
          </a:prstGeom>
          <a:solidFill>
            <a:srgbClr val="152A47"/>
          </a:solidFill>
          <a:ln/>
        </p:spPr>
        <p:txBody>
          <a:bodyPr/>
          <a:lstStyle/>
          <a:p>
            <a:endParaRPr lang="en-US"/>
          </a:p>
        </p:txBody>
      </p:sp>
      <p:sp>
        <p:nvSpPr>
          <p:cNvPr id="18" name="Text 15"/>
          <p:cNvSpPr/>
          <p:nvPr/>
        </p:nvSpPr>
        <p:spPr>
          <a:xfrm>
            <a:off x="1981200" y="1866900"/>
            <a:ext cx="2404110"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Tool</a:t>
            </a:r>
            <a:endParaRPr lang="en-US" sz="1950" dirty="0"/>
          </a:p>
        </p:txBody>
      </p:sp>
      <p:sp>
        <p:nvSpPr>
          <p:cNvPr id="19" name="Shape 16"/>
          <p:cNvSpPr/>
          <p:nvPr/>
        </p:nvSpPr>
        <p:spPr>
          <a:xfrm>
            <a:off x="4476750" y="1714500"/>
            <a:ext cx="3314700" cy="626715"/>
          </a:xfrm>
          <a:prstGeom prst="rect">
            <a:avLst/>
          </a:prstGeom>
          <a:solidFill>
            <a:srgbClr val="152A47"/>
          </a:solidFill>
          <a:ln/>
        </p:spPr>
        <p:txBody>
          <a:bodyPr/>
          <a:lstStyle/>
          <a:p>
            <a:endParaRPr lang="en-US"/>
          </a:p>
        </p:txBody>
      </p:sp>
      <p:sp>
        <p:nvSpPr>
          <p:cNvPr id="20" name="Text 17"/>
          <p:cNvSpPr/>
          <p:nvPr/>
        </p:nvSpPr>
        <p:spPr>
          <a:xfrm>
            <a:off x="4648200" y="1866900"/>
            <a:ext cx="3071241"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Where it runs</a:t>
            </a:r>
            <a:endParaRPr lang="en-US" sz="1950" dirty="0"/>
          </a:p>
        </p:txBody>
      </p:sp>
      <p:sp>
        <p:nvSpPr>
          <p:cNvPr id="21" name="Shape 18"/>
          <p:cNvSpPr/>
          <p:nvPr/>
        </p:nvSpPr>
        <p:spPr>
          <a:xfrm>
            <a:off x="7791450" y="1714500"/>
            <a:ext cx="3314700" cy="626715"/>
          </a:xfrm>
          <a:prstGeom prst="rect">
            <a:avLst/>
          </a:prstGeom>
          <a:solidFill>
            <a:srgbClr val="152A47"/>
          </a:solidFill>
          <a:ln/>
        </p:spPr>
        <p:txBody>
          <a:bodyPr/>
          <a:lstStyle/>
          <a:p>
            <a:endParaRPr lang="en-US"/>
          </a:p>
        </p:txBody>
      </p:sp>
      <p:sp>
        <p:nvSpPr>
          <p:cNvPr id="22" name="Text 19"/>
          <p:cNvSpPr/>
          <p:nvPr/>
        </p:nvSpPr>
        <p:spPr>
          <a:xfrm>
            <a:off x="7962900" y="1866900"/>
            <a:ext cx="3071241"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Free access</a:t>
            </a:r>
            <a:endParaRPr lang="en-US" sz="1950" dirty="0"/>
          </a:p>
        </p:txBody>
      </p:sp>
      <p:sp>
        <p:nvSpPr>
          <p:cNvPr id="23" name="Shape 20"/>
          <p:cNvSpPr/>
          <p:nvPr/>
        </p:nvSpPr>
        <p:spPr>
          <a:xfrm>
            <a:off x="11106150" y="1714500"/>
            <a:ext cx="2381250" cy="626715"/>
          </a:xfrm>
          <a:prstGeom prst="rect">
            <a:avLst/>
          </a:prstGeom>
          <a:solidFill>
            <a:srgbClr val="152A47"/>
          </a:solidFill>
          <a:ln/>
        </p:spPr>
        <p:txBody>
          <a:bodyPr/>
          <a:lstStyle/>
          <a:p>
            <a:endParaRPr lang="en-US"/>
          </a:p>
        </p:txBody>
      </p:sp>
      <p:sp>
        <p:nvSpPr>
          <p:cNvPr id="24" name="Text 21"/>
          <p:cNvSpPr/>
          <p:nvPr/>
        </p:nvSpPr>
        <p:spPr>
          <a:xfrm>
            <a:off x="11277600" y="1866900"/>
            <a:ext cx="2114550"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Context file</a:t>
            </a:r>
            <a:endParaRPr lang="en-US" sz="1950" dirty="0"/>
          </a:p>
        </p:txBody>
      </p:sp>
      <p:sp>
        <p:nvSpPr>
          <p:cNvPr id="25" name="Shape 22"/>
          <p:cNvSpPr/>
          <p:nvPr/>
        </p:nvSpPr>
        <p:spPr>
          <a:xfrm>
            <a:off x="1809750" y="2341215"/>
            <a:ext cx="2667000" cy="1327696"/>
          </a:xfrm>
          <a:prstGeom prst="rect">
            <a:avLst/>
          </a:prstGeom>
          <a:solidFill>
            <a:srgbClr val="F2F2F2"/>
          </a:solidFill>
          <a:ln/>
        </p:spPr>
        <p:txBody>
          <a:bodyPr/>
          <a:lstStyle/>
          <a:p>
            <a:endParaRPr lang="en-US"/>
          </a:p>
        </p:txBody>
      </p:sp>
      <p:sp>
        <p:nvSpPr>
          <p:cNvPr id="26" name="Shape 23"/>
          <p:cNvSpPr/>
          <p:nvPr/>
        </p:nvSpPr>
        <p:spPr>
          <a:xfrm>
            <a:off x="1809750" y="3649861"/>
            <a:ext cx="2667000" cy="19050"/>
          </a:xfrm>
          <a:prstGeom prst="rect">
            <a:avLst/>
          </a:prstGeom>
          <a:solidFill>
            <a:srgbClr val="BFBFBF"/>
          </a:solidFill>
          <a:ln/>
        </p:spPr>
        <p:txBody>
          <a:bodyPr/>
          <a:lstStyle/>
          <a:p>
            <a:endParaRPr lang="en-US"/>
          </a:p>
        </p:txBody>
      </p:sp>
      <p:sp>
        <p:nvSpPr>
          <p:cNvPr id="27" name="Text 24"/>
          <p:cNvSpPr/>
          <p:nvPr/>
        </p:nvSpPr>
        <p:spPr>
          <a:xfrm>
            <a:off x="1981200" y="2512665"/>
            <a:ext cx="2404110" cy="1003846"/>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highlight>
                  <a:srgbClr val="F2F2F2"/>
                </a:highlight>
                <a:latin typeface="Segoe UI" pitchFamily="34" charset="0"/>
                <a:ea typeface="Segoe UI" pitchFamily="34" charset="-122"/>
                <a:cs typeface="Segoe UI" pitchFamily="34" charset="-120"/>
              </a:rPr>
              <a:t>Claude Code on the web </a:t>
            </a:r>
            <a:r>
              <a:rPr lang="en-US" sz="1950" dirty="0">
                <a:solidFill>
                  <a:srgbClr val="404040"/>
                </a:solidFill>
                <a:latin typeface="Segoe UI" pitchFamily="34" charset="0"/>
                <a:ea typeface="Segoe UI" pitchFamily="34" charset="-122"/>
                <a:cs typeface="Segoe UI" pitchFamily="34" charset="-120"/>
              </a:rPr>
              <a:t>(this ppt’s example)</a:t>
            </a:r>
            <a:endParaRPr lang="en-US" sz="1950" dirty="0"/>
          </a:p>
        </p:txBody>
      </p:sp>
      <p:sp>
        <p:nvSpPr>
          <p:cNvPr id="28" name="Shape 25"/>
          <p:cNvSpPr/>
          <p:nvPr/>
        </p:nvSpPr>
        <p:spPr>
          <a:xfrm>
            <a:off x="4476750" y="2341215"/>
            <a:ext cx="3314700" cy="1327696"/>
          </a:xfrm>
          <a:prstGeom prst="rect">
            <a:avLst/>
          </a:prstGeom>
          <a:solidFill>
            <a:srgbClr val="F2F2F2"/>
          </a:solidFill>
          <a:ln/>
        </p:spPr>
        <p:txBody>
          <a:bodyPr/>
          <a:lstStyle/>
          <a:p>
            <a:endParaRPr lang="en-US"/>
          </a:p>
        </p:txBody>
      </p:sp>
      <p:sp>
        <p:nvSpPr>
          <p:cNvPr id="29" name="Shape 26"/>
          <p:cNvSpPr/>
          <p:nvPr/>
        </p:nvSpPr>
        <p:spPr>
          <a:xfrm>
            <a:off x="4476750" y="3649861"/>
            <a:ext cx="3314700" cy="19050"/>
          </a:xfrm>
          <a:prstGeom prst="rect">
            <a:avLst/>
          </a:prstGeom>
          <a:solidFill>
            <a:srgbClr val="BFBFBF"/>
          </a:solidFill>
          <a:ln/>
        </p:spPr>
        <p:txBody>
          <a:bodyPr/>
          <a:lstStyle/>
          <a:p>
            <a:endParaRPr lang="en-US"/>
          </a:p>
        </p:txBody>
      </p:sp>
      <p:sp>
        <p:nvSpPr>
          <p:cNvPr id="30" name="Text 27"/>
          <p:cNvSpPr/>
          <p:nvPr/>
        </p:nvSpPr>
        <p:spPr>
          <a:xfrm>
            <a:off x="4648200" y="2512665"/>
            <a:ext cx="3071241" cy="1003846"/>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Cloud sandbox, working from your GitHub repo</a:t>
            </a:r>
            <a:endParaRPr lang="en-US" sz="1950" dirty="0"/>
          </a:p>
        </p:txBody>
      </p:sp>
      <p:sp>
        <p:nvSpPr>
          <p:cNvPr id="31" name="Shape 28"/>
          <p:cNvSpPr/>
          <p:nvPr/>
        </p:nvSpPr>
        <p:spPr>
          <a:xfrm>
            <a:off x="7791450" y="2341215"/>
            <a:ext cx="3314700" cy="1327696"/>
          </a:xfrm>
          <a:prstGeom prst="rect">
            <a:avLst/>
          </a:prstGeom>
          <a:solidFill>
            <a:srgbClr val="F2F2F2"/>
          </a:solidFill>
          <a:ln/>
        </p:spPr>
        <p:txBody>
          <a:bodyPr/>
          <a:lstStyle/>
          <a:p>
            <a:endParaRPr lang="en-US"/>
          </a:p>
        </p:txBody>
      </p:sp>
      <p:sp>
        <p:nvSpPr>
          <p:cNvPr id="32" name="Shape 29"/>
          <p:cNvSpPr/>
          <p:nvPr/>
        </p:nvSpPr>
        <p:spPr>
          <a:xfrm>
            <a:off x="7791450" y="3649861"/>
            <a:ext cx="3314700" cy="19050"/>
          </a:xfrm>
          <a:prstGeom prst="rect">
            <a:avLst/>
          </a:prstGeom>
          <a:solidFill>
            <a:srgbClr val="BFBFBF"/>
          </a:solidFill>
          <a:ln/>
        </p:spPr>
        <p:txBody>
          <a:bodyPr/>
          <a:lstStyle/>
          <a:p>
            <a:endParaRPr lang="en-US"/>
          </a:p>
        </p:txBody>
      </p:sp>
      <p:sp>
        <p:nvSpPr>
          <p:cNvPr id="33" name="Text 30"/>
          <p:cNvSpPr/>
          <p:nvPr/>
        </p:nvSpPr>
        <p:spPr>
          <a:xfrm>
            <a:off x="7962900" y="2512665"/>
            <a:ext cx="3071241" cy="1003846"/>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No. Pro plan or higher</a:t>
            </a:r>
            <a:endParaRPr lang="en-US" sz="1950" dirty="0"/>
          </a:p>
        </p:txBody>
      </p:sp>
      <p:sp>
        <p:nvSpPr>
          <p:cNvPr id="34" name="Shape 31"/>
          <p:cNvSpPr/>
          <p:nvPr/>
        </p:nvSpPr>
        <p:spPr>
          <a:xfrm>
            <a:off x="11106150" y="2341215"/>
            <a:ext cx="2381250" cy="1327696"/>
          </a:xfrm>
          <a:prstGeom prst="rect">
            <a:avLst/>
          </a:prstGeom>
          <a:solidFill>
            <a:srgbClr val="F2F2F2"/>
          </a:solidFill>
          <a:ln/>
        </p:spPr>
        <p:txBody>
          <a:bodyPr/>
          <a:lstStyle/>
          <a:p>
            <a:endParaRPr lang="en-US"/>
          </a:p>
        </p:txBody>
      </p:sp>
      <p:sp>
        <p:nvSpPr>
          <p:cNvPr id="35" name="Shape 32"/>
          <p:cNvSpPr/>
          <p:nvPr/>
        </p:nvSpPr>
        <p:spPr>
          <a:xfrm>
            <a:off x="11106150" y="3649861"/>
            <a:ext cx="2381250" cy="19050"/>
          </a:xfrm>
          <a:prstGeom prst="rect">
            <a:avLst/>
          </a:prstGeom>
          <a:solidFill>
            <a:srgbClr val="BFBFBF"/>
          </a:solidFill>
          <a:ln/>
        </p:spPr>
        <p:txBody>
          <a:bodyPr/>
          <a:lstStyle/>
          <a:p>
            <a:endParaRPr lang="en-US"/>
          </a:p>
        </p:txBody>
      </p:sp>
      <p:sp>
        <p:nvSpPr>
          <p:cNvPr id="36" name="Text 33"/>
          <p:cNvSpPr/>
          <p:nvPr/>
        </p:nvSpPr>
        <p:spPr>
          <a:xfrm>
            <a:off x="11277600" y="2512665"/>
            <a:ext cx="2114550" cy="1003846"/>
          </a:xfrm>
          <a:prstGeom prst="rect">
            <a:avLst/>
          </a:prstGeom>
          <a:noFill/>
          <a:ln/>
        </p:spPr>
        <p:txBody>
          <a:bodyPr wrap="square" lIns="25400" tIns="25400" rIns="25400" bIns="25400" rtlCol="0" anchor="t">
            <a:normAutofit/>
          </a:bodyPr>
          <a:lstStyle/>
          <a:p>
            <a:pPr marL="0" indent="0" algn="l">
              <a:lnSpc>
                <a:spcPct val="111429"/>
              </a:lnSpc>
              <a:buNone/>
            </a:pPr>
            <a:r>
              <a:rPr lang="en-US" sz="1800" dirty="0">
                <a:solidFill>
                  <a:srgbClr val="000000"/>
                </a:solidFill>
                <a:latin typeface="Cascadia Mono" pitchFamily="34" charset="0"/>
                <a:ea typeface="Cascadia Mono" pitchFamily="34" charset="-122"/>
                <a:cs typeface="Cascadia Mono" pitchFamily="34" charset="-120"/>
              </a:rPr>
              <a:t>CLAUDE.md</a:t>
            </a:r>
            <a:endParaRPr lang="en-US" sz="1800" dirty="0"/>
          </a:p>
        </p:txBody>
      </p:sp>
      <p:sp>
        <p:nvSpPr>
          <p:cNvPr id="37" name="Shape 34"/>
          <p:cNvSpPr/>
          <p:nvPr/>
        </p:nvSpPr>
        <p:spPr>
          <a:xfrm>
            <a:off x="1809750" y="4977557"/>
            <a:ext cx="2667000" cy="19050"/>
          </a:xfrm>
          <a:prstGeom prst="rect">
            <a:avLst/>
          </a:prstGeom>
          <a:solidFill>
            <a:srgbClr val="BFBFBF"/>
          </a:solidFill>
          <a:ln/>
        </p:spPr>
        <p:txBody>
          <a:bodyPr/>
          <a:lstStyle/>
          <a:p>
            <a:endParaRPr lang="en-US"/>
          </a:p>
        </p:txBody>
      </p:sp>
      <p:sp>
        <p:nvSpPr>
          <p:cNvPr id="38" name="Text 35"/>
          <p:cNvSpPr/>
          <p:nvPr/>
        </p:nvSpPr>
        <p:spPr>
          <a:xfrm>
            <a:off x="1981200" y="3840361"/>
            <a:ext cx="2404110" cy="1003846"/>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OpenAI Codex</a:t>
            </a:r>
            <a:endParaRPr lang="en-US" sz="1950" dirty="0"/>
          </a:p>
        </p:txBody>
      </p:sp>
      <p:sp>
        <p:nvSpPr>
          <p:cNvPr id="39" name="Shape 36"/>
          <p:cNvSpPr/>
          <p:nvPr/>
        </p:nvSpPr>
        <p:spPr>
          <a:xfrm>
            <a:off x="4476750" y="4977557"/>
            <a:ext cx="3314700" cy="19050"/>
          </a:xfrm>
          <a:prstGeom prst="rect">
            <a:avLst/>
          </a:prstGeom>
          <a:solidFill>
            <a:srgbClr val="BFBFBF"/>
          </a:solidFill>
          <a:ln/>
        </p:spPr>
        <p:txBody>
          <a:bodyPr/>
          <a:lstStyle/>
          <a:p>
            <a:endParaRPr lang="en-US"/>
          </a:p>
        </p:txBody>
      </p:sp>
      <p:sp>
        <p:nvSpPr>
          <p:cNvPr id="40" name="Text 37"/>
          <p:cNvSpPr/>
          <p:nvPr/>
        </p:nvSpPr>
        <p:spPr>
          <a:xfrm>
            <a:off x="4648200" y="3840361"/>
            <a:ext cx="3071241" cy="1003846"/>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Your laptop (app, CLI, VS Code extension); cloud tasks on paid plans</a:t>
            </a:r>
            <a:endParaRPr lang="en-US" sz="1950" dirty="0"/>
          </a:p>
        </p:txBody>
      </p:sp>
      <p:sp>
        <p:nvSpPr>
          <p:cNvPr id="41" name="Shape 38"/>
          <p:cNvSpPr/>
          <p:nvPr/>
        </p:nvSpPr>
        <p:spPr>
          <a:xfrm>
            <a:off x="7791450" y="4977557"/>
            <a:ext cx="3314700" cy="19050"/>
          </a:xfrm>
          <a:prstGeom prst="rect">
            <a:avLst/>
          </a:prstGeom>
          <a:solidFill>
            <a:srgbClr val="BFBFBF"/>
          </a:solidFill>
          <a:ln/>
        </p:spPr>
        <p:txBody>
          <a:bodyPr/>
          <a:lstStyle/>
          <a:p>
            <a:endParaRPr lang="en-US"/>
          </a:p>
        </p:txBody>
      </p:sp>
      <p:sp>
        <p:nvSpPr>
          <p:cNvPr id="42" name="Text 39"/>
          <p:cNvSpPr/>
          <p:nvPr/>
        </p:nvSpPr>
        <p:spPr>
          <a:xfrm>
            <a:off x="7962900" y="3840361"/>
            <a:ext cx="3071241" cy="1003846"/>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Yes, with a ChatGPT Free account: small allowance, local tasks only</a:t>
            </a:r>
            <a:endParaRPr lang="en-US" sz="1950" dirty="0"/>
          </a:p>
        </p:txBody>
      </p:sp>
      <p:sp>
        <p:nvSpPr>
          <p:cNvPr id="43" name="Shape 40"/>
          <p:cNvSpPr/>
          <p:nvPr/>
        </p:nvSpPr>
        <p:spPr>
          <a:xfrm>
            <a:off x="11106150" y="4977557"/>
            <a:ext cx="2381250" cy="19050"/>
          </a:xfrm>
          <a:prstGeom prst="rect">
            <a:avLst/>
          </a:prstGeom>
          <a:solidFill>
            <a:srgbClr val="BFBFBF"/>
          </a:solidFill>
          <a:ln/>
        </p:spPr>
        <p:txBody>
          <a:bodyPr/>
          <a:lstStyle/>
          <a:p>
            <a:endParaRPr lang="en-US"/>
          </a:p>
        </p:txBody>
      </p:sp>
      <p:sp>
        <p:nvSpPr>
          <p:cNvPr id="44" name="Text 41"/>
          <p:cNvSpPr/>
          <p:nvPr/>
        </p:nvSpPr>
        <p:spPr>
          <a:xfrm>
            <a:off x="11277600" y="3840361"/>
            <a:ext cx="2114550" cy="1003846"/>
          </a:xfrm>
          <a:prstGeom prst="rect">
            <a:avLst/>
          </a:prstGeom>
          <a:noFill/>
          <a:ln/>
        </p:spPr>
        <p:txBody>
          <a:bodyPr wrap="square" lIns="25400" tIns="25400" rIns="25400" bIns="25400" rtlCol="0" anchor="t">
            <a:normAutofit/>
          </a:bodyPr>
          <a:lstStyle/>
          <a:p>
            <a:pPr marL="0" indent="0" algn="l">
              <a:lnSpc>
                <a:spcPct val="111429"/>
              </a:lnSpc>
              <a:buNone/>
            </a:pPr>
            <a:r>
              <a:rPr lang="en-US" sz="1800" dirty="0">
                <a:solidFill>
                  <a:srgbClr val="000000"/>
                </a:solidFill>
                <a:latin typeface="Cascadia Mono" pitchFamily="34" charset="0"/>
                <a:ea typeface="Cascadia Mono" pitchFamily="34" charset="-122"/>
                <a:cs typeface="Cascadia Mono" pitchFamily="34" charset="-120"/>
              </a:rPr>
              <a:t>AGENTS.md</a:t>
            </a:r>
            <a:endParaRPr lang="en-US" sz="1800" dirty="0"/>
          </a:p>
        </p:txBody>
      </p:sp>
      <p:sp>
        <p:nvSpPr>
          <p:cNvPr id="45" name="Shape 42"/>
          <p:cNvSpPr/>
          <p:nvPr/>
        </p:nvSpPr>
        <p:spPr>
          <a:xfrm>
            <a:off x="1809750" y="6305252"/>
            <a:ext cx="2667000" cy="19050"/>
          </a:xfrm>
          <a:prstGeom prst="rect">
            <a:avLst/>
          </a:prstGeom>
          <a:solidFill>
            <a:srgbClr val="BFBFBF"/>
          </a:solidFill>
          <a:ln/>
        </p:spPr>
        <p:txBody>
          <a:bodyPr/>
          <a:lstStyle/>
          <a:p>
            <a:endParaRPr lang="en-US"/>
          </a:p>
        </p:txBody>
      </p:sp>
      <p:sp>
        <p:nvSpPr>
          <p:cNvPr id="46" name="Text 43"/>
          <p:cNvSpPr/>
          <p:nvPr/>
        </p:nvSpPr>
        <p:spPr>
          <a:xfrm>
            <a:off x="1981200" y="5168057"/>
            <a:ext cx="2404110" cy="1003846"/>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GitHub Copilot agent mode</a:t>
            </a:r>
            <a:endParaRPr lang="en-US" sz="1950" dirty="0"/>
          </a:p>
        </p:txBody>
      </p:sp>
      <p:sp>
        <p:nvSpPr>
          <p:cNvPr id="47" name="Shape 44"/>
          <p:cNvSpPr/>
          <p:nvPr/>
        </p:nvSpPr>
        <p:spPr>
          <a:xfrm>
            <a:off x="4476750" y="6305252"/>
            <a:ext cx="3314700" cy="19050"/>
          </a:xfrm>
          <a:prstGeom prst="rect">
            <a:avLst/>
          </a:prstGeom>
          <a:solidFill>
            <a:srgbClr val="BFBFBF"/>
          </a:solidFill>
          <a:ln/>
        </p:spPr>
        <p:txBody>
          <a:bodyPr/>
          <a:lstStyle/>
          <a:p>
            <a:endParaRPr lang="en-US"/>
          </a:p>
        </p:txBody>
      </p:sp>
      <p:sp>
        <p:nvSpPr>
          <p:cNvPr id="48" name="Text 45"/>
          <p:cNvSpPr/>
          <p:nvPr/>
        </p:nvSpPr>
        <p:spPr>
          <a:xfrm>
            <a:off x="4648200" y="5168057"/>
            <a:ext cx="3071241" cy="1003846"/>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VS Code on your laptop; cloud agent on GitHub</a:t>
            </a:r>
            <a:endParaRPr lang="en-US" sz="1950" dirty="0"/>
          </a:p>
        </p:txBody>
      </p:sp>
      <p:sp>
        <p:nvSpPr>
          <p:cNvPr id="49" name="Shape 46"/>
          <p:cNvSpPr/>
          <p:nvPr/>
        </p:nvSpPr>
        <p:spPr>
          <a:xfrm>
            <a:off x="7791450" y="6305252"/>
            <a:ext cx="3314700" cy="19050"/>
          </a:xfrm>
          <a:prstGeom prst="rect">
            <a:avLst/>
          </a:prstGeom>
          <a:solidFill>
            <a:srgbClr val="BFBFBF"/>
          </a:solidFill>
          <a:ln/>
        </p:spPr>
        <p:txBody>
          <a:bodyPr/>
          <a:lstStyle/>
          <a:p>
            <a:endParaRPr lang="en-US"/>
          </a:p>
        </p:txBody>
      </p:sp>
      <p:sp>
        <p:nvSpPr>
          <p:cNvPr id="50" name="Text 47"/>
          <p:cNvSpPr/>
          <p:nvPr/>
        </p:nvSpPr>
        <p:spPr>
          <a:xfrm>
            <a:off x="7962900" y="5168057"/>
            <a:ext cx="3071241" cy="1003846"/>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Yes, for verified students (Copilot Student), credit-limited</a:t>
            </a:r>
            <a:endParaRPr lang="en-US" sz="1950" dirty="0"/>
          </a:p>
        </p:txBody>
      </p:sp>
      <p:sp>
        <p:nvSpPr>
          <p:cNvPr id="51" name="Shape 48"/>
          <p:cNvSpPr/>
          <p:nvPr/>
        </p:nvSpPr>
        <p:spPr>
          <a:xfrm>
            <a:off x="11106150" y="6305252"/>
            <a:ext cx="2381250" cy="19050"/>
          </a:xfrm>
          <a:prstGeom prst="rect">
            <a:avLst/>
          </a:prstGeom>
          <a:solidFill>
            <a:srgbClr val="BFBFBF"/>
          </a:solidFill>
          <a:ln/>
        </p:spPr>
        <p:txBody>
          <a:bodyPr/>
          <a:lstStyle/>
          <a:p>
            <a:endParaRPr lang="en-US"/>
          </a:p>
        </p:txBody>
      </p:sp>
      <p:sp>
        <p:nvSpPr>
          <p:cNvPr id="52" name="Text 49"/>
          <p:cNvSpPr/>
          <p:nvPr/>
        </p:nvSpPr>
        <p:spPr>
          <a:xfrm>
            <a:off x="11277600" y="5168057"/>
            <a:ext cx="2114550" cy="1003846"/>
          </a:xfrm>
          <a:prstGeom prst="rect">
            <a:avLst/>
          </a:prstGeom>
          <a:noFill/>
          <a:ln/>
        </p:spPr>
        <p:txBody>
          <a:bodyPr wrap="square" lIns="25400" tIns="25400" rIns="25400" bIns="25400" rtlCol="0" anchor="t">
            <a:normAutofit/>
          </a:bodyPr>
          <a:lstStyle/>
          <a:p>
            <a:pPr marL="0" indent="0" algn="l">
              <a:lnSpc>
                <a:spcPct val="111429"/>
              </a:lnSpc>
              <a:buNone/>
            </a:pPr>
            <a:r>
              <a:rPr lang="en-US" sz="1800" dirty="0">
                <a:solidFill>
                  <a:srgbClr val="000000"/>
                </a:solidFill>
                <a:latin typeface="Cascadia Mono" pitchFamily="34" charset="0"/>
                <a:ea typeface="Cascadia Mono" pitchFamily="34" charset="-122"/>
                <a:cs typeface="Cascadia Mono" pitchFamily="34" charset="-120"/>
              </a:rPr>
              <a:t>.github/ copilot- instructions.md</a:t>
            </a:r>
            <a:endParaRPr lang="en-US" sz="1800" dirty="0"/>
          </a:p>
        </p:txBody>
      </p:sp>
      <p:sp>
        <p:nvSpPr>
          <p:cNvPr id="53" name="Text 50"/>
          <p:cNvSpPr/>
          <p:nvPr/>
        </p:nvSpPr>
        <p:spPr>
          <a:xfrm>
            <a:off x="1809750" y="6953250"/>
            <a:ext cx="1284541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The five workflow steps are the same for every tool.</a:t>
            </a:r>
            <a:endParaRPr lang="en-US" sz="2100" dirty="0"/>
          </a:p>
        </p:txBody>
      </p:sp>
      <p:sp>
        <p:nvSpPr>
          <p:cNvPr id="54" name="Text 51"/>
          <p:cNvSpPr/>
          <p:nvPr/>
        </p:nvSpPr>
        <p:spPr>
          <a:xfrm>
            <a:off x="1809750" y="7484715"/>
            <a:ext cx="1202798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With a local agent, Steps 2–3 become “open the repo folder in VS Code.” The agent edits your working copy; you review and commit in GitHub Desktop.</a:t>
            </a:r>
            <a:endParaRPr lang="en-US" sz="2100" dirty="0"/>
          </a:p>
        </p:txBody>
      </p:sp>
      <p:sp>
        <p:nvSpPr>
          <p:cNvPr id="55" name="Text 52"/>
          <p:cNvSpPr/>
          <p:nvPr/>
        </p:nvSpPr>
        <p:spPr>
          <a:xfrm>
            <a:off x="1809750" y="8376196"/>
            <a:ext cx="12845415" cy="346621"/>
          </a:xfrm>
          <a:prstGeom prst="rect">
            <a:avLst/>
          </a:prstGeom>
          <a:noFill/>
          <a:ln/>
        </p:spPr>
        <p:txBody>
          <a:bodyPr wrap="square" lIns="25400" tIns="25400" rIns="25400" bIns="25400" rtlCol="0" anchor="t">
            <a:normAutofit/>
          </a:bodyPr>
          <a:lstStyle/>
          <a:p>
            <a:pPr marL="0" indent="0" algn="l">
              <a:lnSpc>
                <a:spcPct val="101250"/>
              </a:lnSpc>
              <a:buNone/>
            </a:pPr>
            <a:r>
              <a:rPr lang="en-US" sz="1800" i="1" dirty="0">
                <a:solidFill>
                  <a:srgbClr val="404040"/>
                </a:solidFill>
                <a:latin typeface="Segoe UI" pitchFamily="34" charset="0"/>
                <a:ea typeface="Segoe UI" pitchFamily="34" charset="-122"/>
                <a:cs typeface="Segoe UI" pitchFamily="34" charset="-120"/>
              </a:rPr>
              <a:t>Plans and limits change often. Check each tool’s current plan page.</a:t>
            </a:r>
            <a:endParaRPr lang="en-US" sz="1800" dirty="0"/>
          </a:p>
        </p:txBody>
      </p:sp>
      <p:sp>
        <p:nvSpPr>
          <p:cNvPr id="56" name="Text 53"/>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57" name="Text 54"/>
          <p:cNvSpPr/>
          <p:nvPr/>
        </p:nvSpPr>
        <p:spPr>
          <a:xfrm>
            <a:off x="13459420" y="9810750"/>
            <a:ext cx="19943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6</a:t>
            </a:r>
            <a:endParaRPr lang="en-US" sz="1800" dirty="0"/>
          </a:p>
        </p:txBody>
      </p:sp>
      <p:pic>
        <p:nvPicPr>
          <p:cNvPr id="59" name="Image 0" descr="preencoded.png">
            <a:extLst>
              <a:ext uri="{FF2B5EF4-FFF2-40B4-BE49-F238E27FC236}">
                <a16:creationId xmlns:a16="http://schemas.microsoft.com/office/drawing/2014/main" id="{048723B8-26BA-7E55-B78F-B9457C11EF9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Example: Ground Command 10</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196429" cy="381000"/>
          </a:xfrm>
          <a:prstGeom prst="roundRect">
            <a:avLst>
              <a:gd name="adj" fmla="val 10000"/>
            </a:avLst>
          </a:prstGeom>
          <a:solidFill>
            <a:srgbClr val="152A47"/>
          </a:solidFill>
          <a:ln/>
        </p:spPr>
        <p:txBody>
          <a:bodyPr/>
          <a:lstStyle/>
          <a:p>
            <a:endParaRPr lang="en-US"/>
          </a:p>
        </p:txBody>
      </p:sp>
      <p:sp>
        <p:nvSpPr>
          <p:cNvPr id="18" name="Text 15"/>
          <p:cNvSpPr/>
          <p:nvPr/>
        </p:nvSpPr>
        <p:spPr>
          <a:xfrm>
            <a:off x="1943100" y="1562100"/>
            <a:ext cx="1005929"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SPECIFY</a:t>
            </a:r>
            <a:endParaRPr lang="en-US" sz="1800" dirty="0"/>
          </a:p>
        </p:txBody>
      </p:sp>
      <p:pic>
        <p:nvPicPr>
          <p:cNvPr id="19" name="Image 1" descr="preencoded.png"/>
          <p:cNvPicPr>
            <a:picLocks noChangeAspect="1"/>
          </p:cNvPicPr>
          <p:nvPr/>
        </p:nvPicPr>
        <p:blipFill>
          <a:blip r:embed="rId3"/>
          <a:srcRect t="-65" b="-65"/>
          <a:stretch/>
        </p:blipFill>
        <p:spPr>
          <a:xfrm>
            <a:off x="1809750" y="2190750"/>
            <a:ext cx="4000500" cy="4229100"/>
          </a:xfrm>
          <a:prstGeom prst="rect">
            <a:avLst/>
          </a:prstGeom>
        </p:spPr>
      </p:pic>
      <p:sp>
        <p:nvSpPr>
          <p:cNvPr id="20" name="Text 16"/>
          <p:cNvSpPr/>
          <p:nvPr/>
        </p:nvSpPr>
        <p:spPr>
          <a:xfrm>
            <a:off x="6191250" y="2095500"/>
            <a:ext cx="7962900"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STARTING POINT</a:t>
            </a:r>
            <a:endParaRPr lang="en-US" sz="1800" dirty="0"/>
          </a:p>
        </p:txBody>
      </p:sp>
      <p:sp>
        <p:nvSpPr>
          <p:cNvPr id="21" name="Text 17"/>
          <p:cNvSpPr/>
          <p:nvPr/>
        </p:nvSpPr>
        <p:spPr>
          <a:xfrm>
            <a:off x="6191250" y="2533650"/>
            <a:ext cx="745617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Astro331_Lab7_Code. process_main_menu() already handles commands 0–9, 98, and 99.</a:t>
            </a:r>
            <a:endParaRPr lang="en-US" sz="2100" dirty="0"/>
          </a:p>
        </p:txBody>
      </p:sp>
      <p:sp>
        <p:nvSpPr>
          <p:cNvPr id="22" name="Text 18"/>
          <p:cNvSpPr/>
          <p:nvPr/>
        </p:nvSpPr>
        <p:spPr>
          <a:xfrm>
            <a:off x="6191250" y="3596580"/>
            <a:ext cx="7962900"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REQUIREMENT</a:t>
            </a:r>
            <a:endParaRPr lang="en-US" sz="1800" dirty="0"/>
          </a:p>
        </p:txBody>
      </p:sp>
      <p:sp>
        <p:nvSpPr>
          <p:cNvPr id="23" name="Text 19"/>
          <p:cNvSpPr/>
          <p:nvPr/>
        </p:nvSpPr>
        <p:spPr>
          <a:xfrm>
            <a:off x="6191250" y="4034730"/>
            <a:ext cx="7456170" cy="1581150"/>
          </a:xfrm>
          <a:prstGeom prst="rect">
            <a:avLst/>
          </a:prstGeom>
          <a:noFill/>
          <a:ln/>
        </p:spPr>
        <p:txBody>
          <a:bodyPr wrap="square" lIns="25400" tIns="25400" rIns="25400" bIns="25400" rtlCol="0" anchor="t">
            <a:normAutofit/>
          </a:bodyPr>
          <a:lstStyle/>
          <a:p>
            <a:pPr marL="0" indent="0" algn="l">
              <a:lnSpc>
                <a:spcPct val="101250"/>
              </a:lnSpc>
              <a:buNone/>
            </a:pPr>
            <a:r>
              <a:rPr lang="en-US" sz="2250" b="1" dirty="0">
                <a:solidFill>
                  <a:srgbClr val="000000"/>
                </a:solidFill>
                <a:latin typeface="Segoe UI" pitchFamily="34" charset="0"/>
                <a:ea typeface="Segoe UI" pitchFamily="34" charset="-122"/>
                <a:cs typeface="Segoe UI" pitchFamily="34" charset="-120"/>
              </a:rPr>
              <a:t>KestrelSAT shall respond to ground command 10 with one telemetry line containing battery voltage, state of charge, gyro Z, mag X, and mag Y, formatted for the GCS plotter.</a:t>
            </a:r>
            <a:endParaRPr lang="en-US" sz="2250" dirty="0"/>
          </a:p>
        </p:txBody>
      </p:sp>
      <p:sp>
        <p:nvSpPr>
          <p:cNvPr id="24" name="Shape 20"/>
          <p:cNvSpPr/>
          <p:nvPr/>
        </p:nvSpPr>
        <p:spPr>
          <a:xfrm>
            <a:off x="6191250" y="5711130"/>
            <a:ext cx="7239000" cy="533400"/>
          </a:xfrm>
          <a:prstGeom prst="roundRect">
            <a:avLst>
              <a:gd name="adj" fmla="val 7143"/>
            </a:avLst>
          </a:prstGeom>
          <a:solidFill>
            <a:srgbClr val="F2F2F2"/>
          </a:solidFill>
          <a:ln/>
        </p:spPr>
        <p:txBody>
          <a:bodyPr/>
          <a:lstStyle/>
          <a:p>
            <a:endParaRPr lang="en-US"/>
          </a:p>
        </p:txBody>
      </p:sp>
      <p:sp>
        <p:nvSpPr>
          <p:cNvPr id="25" name="Text 21"/>
          <p:cNvSpPr/>
          <p:nvPr/>
        </p:nvSpPr>
        <p:spPr>
          <a:xfrm>
            <a:off x="6362700" y="5844480"/>
            <a:ext cx="711327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00000"/>
                </a:solidFill>
                <a:latin typeface="Cascadia Mono" pitchFamily="34" charset="0"/>
                <a:ea typeface="Cascadia Mono" pitchFamily="34" charset="-122"/>
                <a:cs typeface="Cascadia Mono" pitchFamily="34" charset="-120"/>
              </a:rPr>
              <a:t>V:3.912,SOC:84.2,gZ:0.12,mX:-21.40,mY:14.75</a:t>
            </a:r>
            <a:endParaRPr lang="en-US" sz="1800" dirty="0"/>
          </a:p>
        </p:txBody>
      </p:sp>
      <p:sp>
        <p:nvSpPr>
          <p:cNvPr id="26" name="Text 22"/>
          <p:cNvSpPr/>
          <p:nvPr/>
        </p:nvSpPr>
        <p:spPr>
          <a:xfrm>
            <a:off x="6191250" y="6587430"/>
            <a:ext cx="7962900"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VERIFICATION</a:t>
            </a:r>
            <a:endParaRPr lang="en-US" sz="1800" dirty="0"/>
          </a:p>
        </p:txBody>
      </p:sp>
      <p:sp>
        <p:nvSpPr>
          <p:cNvPr id="27" name="Text 23"/>
          <p:cNvSpPr/>
          <p:nvPr/>
        </p:nvSpPr>
        <p:spPr>
          <a:xfrm>
            <a:off x="6191250" y="7025580"/>
            <a:ext cx="745617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Demonstration: send 10 from the GCS over XBee. The reply arrives on one line and the GCS plots all five channels.</a:t>
            </a:r>
            <a:endParaRPr lang="en-US" sz="2100" dirty="0"/>
          </a:p>
        </p:txBody>
      </p:sp>
      <p:sp>
        <p:nvSpPr>
          <p:cNvPr id="28" name="Text 24"/>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29" name="Text 25"/>
          <p:cNvSpPr/>
          <p:nvPr/>
        </p:nvSpPr>
        <p:spPr>
          <a:xfrm>
            <a:off x="13459420" y="9810750"/>
            <a:ext cx="19943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7</a:t>
            </a:r>
            <a:endParaRPr lang="en-US" sz="1800" dirty="0"/>
          </a:p>
        </p:txBody>
      </p:sp>
      <p:pic>
        <p:nvPicPr>
          <p:cNvPr id="31" name="Image 0" descr="preencoded.png">
            <a:extLst>
              <a:ext uri="{FF2B5EF4-FFF2-40B4-BE49-F238E27FC236}">
                <a16:creationId xmlns:a16="http://schemas.microsoft.com/office/drawing/2014/main" id="{E38CD7F9-E6D2-BBE6-8DC8-71BD6E76480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Step 1: Create &amp; Push Repo</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005929" cy="381000"/>
          </a:xfrm>
          <a:prstGeom prst="roundRect">
            <a:avLst>
              <a:gd name="adj" fmla="val 10000"/>
            </a:avLst>
          </a:prstGeom>
          <a:solidFill>
            <a:srgbClr val="595959"/>
          </a:solidFill>
          <a:ln/>
        </p:spPr>
        <p:txBody>
          <a:bodyPr/>
          <a:lstStyle/>
          <a:p>
            <a:endParaRPr lang="en-US"/>
          </a:p>
        </p:txBody>
      </p:sp>
      <p:sp>
        <p:nvSpPr>
          <p:cNvPr id="18" name="Text 15"/>
          <p:cNvSpPr/>
          <p:nvPr/>
        </p:nvSpPr>
        <p:spPr>
          <a:xfrm>
            <a:off x="1943100" y="1562100"/>
            <a:ext cx="815429"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SETUP</a:t>
            </a:r>
            <a:endParaRPr lang="en-US" sz="1800" dirty="0"/>
          </a:p>
        </p:txBody>
      </p:sp>
      <p:sp>
        <p:nvSpPr>
          <p:cNvPr id="19" name="Text 16"/>
          <p:cNvSpPr/>
          <p:nvPr/>
        </p:nvSpPr>
        <p:spPr>
          <a:xfrm>
            <a:off x="1809750" y="2190750"/>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1</a:t>
            </a:r>
            <a:endParaRPr lang="en-US" sz="2250" dirty="0"/>
          </a:p>
        </p:txBody>
      </p:sp>
      <p:sp>
        <p:nvSpPr>
          <p:cNvPr id="20" name="Text 17"/>
          <p:cNvSpPr/>
          <p:nvPr/>
        </p:nvSpPr>
        <p:spPr>
          <a:xfrm>
            <a:off x="2266950" y="2209800"/>
            <a:ext cx="6396609"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Download the course repo. Copy the contents of Astro331_Lab7_Code into a new folder.</a:t>
            </a:r>
            <a:endParaRPr lang="en-US" sz="2100" dirty="0"/>
          </a:p>
        </p:txBody>
      </p:sp>
      <p:sp>
        <p:nvSpPr>
          <p:cNvPr id="21" name="Text 18"/>
          <p:cNvSpPr/>
          <p:nvPr/>
        </p:nvSpPr>
        <p:spPr>
          <a:xfrm>
            <a:off x="1809750" y="3177480"/>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2</a:t>
            </a:r>
            <a:endParaRPr lang="en-US" sz="2250" dirty="0"/>
          </a:p>
        </p:txBody>
      </p:sp>
      <p:sp>
        <p:nvSpPr>
          <p:cNvPr id="22" name="Text 19"/>
          <p:cNvSpPr/>
          <p:nvPr/>
        </p:nvSpPr>
        <p:spPr>
          <a:xfrm>
            <a:off x="2266950" y="3196530"/>
            <a:ext cx="6396609"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GitHub Desktop: File › Add local repository › select the folder › create a repository.</a:t>
            </a:r>
            <a:endParaRPr lang="en-US" sz="2100" dirty="0"/>
          </a:p>
        </p:txBody>
      </p:sp>
      <p:sp>
        <p:nvSpPr>
          <p:cNvPr id="23" name="Text 20"/>
          <p:cNvSpPr/>
          <p:nvPr/>
        </p:nvSpPr>
        <p:spPr>
          <a:xfrm>
            <a:off x="1809750" y="4164211"/>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3</a:t>
            </a:r>
            <a:endParaRPr lang="en-US" sz="2250" dirty="0"/>
          </a:p>
        </p:txBody>
      </p:sp>
      <p:sp>
        <p:nvSpPr>
          <p:cNvPr id="24" name="Text 21"/>
          <p:cNvSpPr/>
          <p:nvPr/>
        </p:nvSpPr>
        <p:spPr>
          <a:xfrm>
            <a:off x="2266950" y="4183261"/>
            <a:ext cx="6831330"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Commit to main: “Initial copy of Lab 7 code.”</a:t>
            </a:r>
            <a:endParaRPr lang="en-US" sz="2100" dirty="0"/>
          </a:p>
        </p:txBody>
      </p:sp>
      <p:sp>
        <p:nvSpPr>
          <p:cNvPr id="25" name="Text 22"/>
          <p:cNvSpPr/>
          <p:nvPr/>
        </p:nvSpPr>
        <p:spPr>
          <a:xfrm>
            <a:off x="1809750" y="4792861"/>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4</a:t>
            </a:r>
            <a:endParaRPr lang="en-US" sz="2250" dirty="0"/>
          </a:p>
        </p:txBody>
      </p:sp>
      <p:sp>
        <p:nvSpPr>
          <p:cNvPr id="26" name="Text 23"/>
          <p:cNvSpPr/>
          <p:nvPr/>
        </p:nvSpPr>
        <p:spPr>
          <a:xfrm>
            <a:off x="2266950" y="4811911"/>
            <a:ext cx="6831330"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Publish repository to GitHub (keep it private).</a:t>
            </a:r>
            <a:endParaRPr lang="en-US" sz="2100" dirty="0"/>
          </a:p>
        </p:txBody>
      </p:sp>
      <p:sp>
        <p:nvSpPr>
          <p:cNvPr id="27" name="Text 24"/>
          <p:cNvSpPr/>
          <p:nvPr/>
        </p:nvSpPr>
        <p:spPr>
          <a:xfrm>
            <a:off x="1809750" y="5421511"/>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5</a:t>
            </a:r>
            <a:endParaRPr lang="en-US" sz="2250" dirty="0"/>
          </a:p>
        </p:txBody>
      </p:sp>
      <p:sp>
        <p:nvSpPr>
          <p:cNvPr id="28" name="Text 25"/>
          <p:cNvSpPr/>
          <p:nvPr/>
        </p:nvSpPr>
        <p:spPr>
          <a:xfrm>
            <a:off x="2266950" y="5440561"/>
            <a:ext cx="6396609"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Open the folder in VS Code and run PlatformIO Build once, before any changes.</a:t>
            </a:r>
            <a:endParaRPr lang="en-US" sz="2100" dirty="0"/>
          </a:p>
        </p:txBody>
      </p:sp>
      <p:sp>
        <p:nvSpPr>
          <p:cNvPr id="29" name="Shape 26"/>
          <p:cNvSpPr/>
          <p:nvPr/>
        </p:nvSpPr>
        <p:spPr>
          <a:xfrm>
            <a:off x="8858250" y="2190750"/>
            <a:ext cx="4572000" cy="4267200"/>
          </a:xfrm>
          <a:prstGeom prst="roundRect">
            <a:avLst>
              <a:gd name="adj" fmla="val 1339"/>
            </a:avLst>
          </a:prstGeom>
          <a:solidFill>
            <a:srgbClr val="1E1E1E"/>
          </a:solidFill>
          <a:ln/>
        </p:spPr>
        <p:txBody>
          <a:bodyPr/>
          <a:lstStyle/>
          <a:p>
            <a:endParaRPr lang="en-US"/>
          </a:p>
        </p:txBody>
      </p:sp>
      <p:sp>
        <p:nvSpPr>
          <p:cNvPr id="30" name="Text 27"/>
          <p:cNvSpPr/>
          <p:nvPr/>
        </p:nvSpPr>
        <p:spPr>
          <a:xfrm>
            <a:off x="9124950" y="2438400"/>
            <a:ext cx="4175760" cy="3810000"/>
          </a:xfrm>
          <a:prstGeom prst="rect">
            <a:avLst/>
          </a:prstGeom>
          <a:noFill/>
          <a:ln/>
        </p:spPr>
        <p:txBody>
          <a:bodyPr wrap="none" lIns="25400" tIns="25400" rIns="25400" bIns="25400" rtlCol="0" anchor="t">
            <a:normAutofit fontScale="92500" lnSpcReduction="10000"/>
          </a:bodyPr>
          <a:lstStyle/>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KestrelSAT-Capstone/</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platformio.ini</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include/</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 definitions.h</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 sd_functions.h</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src/</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 main.cpp</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 sd_funcitons.cpp</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lib/INA238-master/</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.gitignore</a:t>
            </a:r>
            <a:endParaRPr lang="en-US" sz="1800" dirty="0"/>
          </a:p>
          <a:p>
            <a:pPr marL="0" indent="0" algn="l">
              <a:lnSpc>
                <a:spcPct val="128571"/>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CLAUDE.md   </a:t>
            </a:r>
            <a:endParaRPr lang="en-US" sz="1800" dirty="0"/>
          </a:p>
          <a:p>
            <a:pPr marL="0" indent="0" algn="l">
              <a:lnSpc>
                <a:spcPct val="128571"/>
              </a:lnSpc>
              <a:buNone/>
            </a:pPr>
            <a:r>
              <a:rPr lang="en-US" sz="1800" dirty="0">
                <a:solidFill>
                  <a:srgbClr val="E0A050"/>
                </a:solidFill>
                <a:latin typeface="Cascadia Mono" pitchFamily="34" charset="0"/>
                <a:ea typeface="Cascadia Mono" pitchFamily="34" charset="-122"/>
                <a:cs typeface="Cascadia Mono" pitchFamily="34" charset="-120"/>
              </a:rPr>
              <a:t>← Step 1b</a:t>
            </a:r>
            <a:endParaRPr lang="en-US" sz="1800" dirty="0"/>
          </a:p>
        </p:txBody>
      </p:sp>
      <p:sp>
        <p:nvSpPr>
          <p:cNvPr id="31" name="Text 28"/>
          <p:cNvSpPr/>
          <p:nvPr/>
        </p:nvSpPr>
        <p:spPr>
          <a:xfrm>
            <a:off x="8858250" y="6477000"/>
            <a:ext cx="4709160" cy="655141"/>
          </a:xfrm>
          <a:prstGeom prst="rect">
            <a:avLst/>
          </a:prstGeom>
          <a:noFill/>
          <a:ln/>
        </p:spPr>
        <p:txBody>
          <a:bodyPr wrap="square" lIns="25400" tIns="25400" rIns="25400" bIns="25400" rtlCol="0" anchor="t">
            <a:normAutofit/>
          </a:bodyPr>
          <a:lstStyle/>
          <a:p>
            <a:pPr marL="0" indent="0" algn="l">
              <a:lnSpc>
                <a:spcPct val="101250"/>
              </a:lnSpc>
              <a:buNone/>
            </a:pPr>
            <a:r>
              <a:rPr lang="en-US" sz="1800" dirty="0">
                <a:solidFill>
                  <a:srgbClr val="404040"/>
                </a:solidFill>
                <a:latin typeface="Segoe UI" pitchFamily="34" charset="0"/>
                <a:ea typeface="Segoe UI" pitchFamily="34" charset="-122"/>
                <a:cs typeface="Segoe UI" pitchFamily="34" charset="-120"/>
              </a:rPr>
              <a:t>Lab folder at the repo root, so PlatformIO opens it directly.</a:t>
            </a:r>
            <a:endParaRPr lang="en-US" sz="1800" dirty="0"/>
          </a:p>
        </p:txBody>
      </p:sp>
      <p:sp>
        <p:nvSpPr>
          <p:cNvPr id="32" name="Text 29"/>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33" name="Text 30"/>
          <p:cNvSpPr/>
          <p:nvPr/>
        </p:nvSpPr>
        <p:spPr>
          <a:xfrm>
            <a:off x="13459420" y="9810750"/>
            <a:ext cx="19943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8</a:t>
            </a:r>
            <a:endParaRPr lang="en-US" sz="1800" dirty="0"/>
          </a:p>
        </p:txBody>
      </p:sp>
      <p:pic>
        <p:nvPicPr>
          <p:cNvPr id="35" name="Image 0" descr="preencoded.png">
            <a:extLst>
              <a:ext uri="{FF2B5EF4-FFF2-40B4-BE49-F238E27FC236}">
                <a16:creationId xmlns:a16="http://schemas.microsoft.com/office/drawing/2014/main" id="{025DDA2B-79D0-039B-D090-F2044A0FA74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Step 1b: Add CLAUDE.md</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005929" cy="381000"/>
          </a:xfrm>
          <a:prstGeom prst="roundRect">
            <a:avLst>
              <a:gd name="adj" fmla="val 10000"/>
            </a:avLst>
          </a:prstGeom>
          <a:solidFill>
            <a:srgbClr val="595959"/>
          </a:solidFill>
          <a:ln/>
        </p:spPr>
        <p:txBody>
          <a:bodyPr/>
          <a:lstStyle/>
          <a:p>
            <a:endParaRPr lang="en-US"/>
          </a:p>
        </p:txBody>
      </p:sp>
      <p:sp>
        <p:nvSpPr>
          <p:cNvPr id="18" name="Text 15"/>
          <p:cNvSpPr/>
          <p:nvPr/>
        </p:nvSpPr>
        <p:spPr>
          <a:xfrm>
            <a:off x="1943100" y="1562100"/>
            <a:ext cx="815429"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SETUP</a:t>
            </a:r>
            <a:endParaRPr lang="en-US" sz="1800" dirty="0"/>
          </a:p>
        </p:txBody>
      </p:sp>
      <p:sp>
        <p:nvSpPr>
          <p:cNvPr id="19" name="Shape 16"/>
          <p:cNvSpPr/>
          <p:nvPr/>
        </p:nvSpPr>
        <p:spPr>
          <a:xfrm>
            <a:off x="1809750" y="2095500"/>
            <a:ext cx="6667500" cy="6657380"/>
          </a:xfrm>
          <a:prstGeom prst="roundRect">
            <a:avLst>
              <a:gd name="adj" fmla="val 858"/>
            </a:avLst>
          </a:prstGeom>
          <a:solidFill>
            <a:srgbClr val="1E1E1E"/>
          </a:solidFill>
          <a:ln/>
        </p:spPr>
        <p:txBody>
          <a:bodyPr/>
          <a:lstStyle/>
          <a:p>
            <a:endParaRPr lang="en-US"/>
          </a:p>
        </p:txBody>
      </p:sp>
      <p:sp>
        <p:nvSpPr>
          <p:cNvPr id="20" name="Text 17"/>
          <p:cNvSpPr/>
          <p:nvPr/>
        </p:nvSpPr>
        <p:spPr>
          <a:xfrm>
            <a:off x="2076450" y="2305050"/>
            <a:ext cx="6334125" cy="6276380"/>
          </a:xfrm>
          <a:prstGeom prst="rect">
            <a:avLst/>
          </a:prstGeom>
          <a:noFill/>
          <a:ln/>
        </p:spPr>
        <p:txBody>
          <a:bodyPr wrap="none" lIns="25400" tIns="25400" rIns="25400" bIns="25400" rtlCol="0" anchor="t">
            <a:normAutofit/>
          </a:bodyPr>
          <a:lstStyle/>
          <a:p>
            <a:pPr marL="0" indent="0" algn="l">
              <a:lnSpc>
                <a:spcPct val="111429"/>
              </a:lnSpc>
              <a:buNone/>
            </a:pPr>
            <a:r>
              <a:rPr lang="en-US" sz="1800" dirty="0">
                <a:solidFill>
                  <a:srgbClr val="569CD6"/>
                </a:solidFill>
                <a:latin typeface="Cascadia Mono" pitchFamily="34" charset="0"/>
                <a:ea typeface="Cascadia Mono" pitchFamily="34" charset="-122"/>
                <a:cs typeface="Cascadia Mono" pitchFamily="34" charset="-120"/>
              </a:rPr>
              <a:t># KestrelSAT Capstone (Team 3)</a:t>
            </a:r>
            <a:endParaRPr lang="en-US" sz="1800" dirty="0"/>
          </a:p>
          <a:p>
            <a:pPr marL="0" indent="0" algn="l">
              <a:lnSpc>
                <a:spcPct val="111429"/>
              </a:lnSpc>
              <a:buNone/>
            </a:pPr>
            <a:r>
              <a:rPr lang="en-US" sz="1800" dirty="0">
                <a:solidFill>
                  <a:srgbClr val="569CD6"/>
                </a:solidFill>
                <a:latin typeface="Cascadia Mono" pitchFamily="34" charset="0"/>
                <a:ea typeface="Cascadia Mono" pitchFamily="34" charset="-122"/>
                <a:cs typeface="Cascadia Mono" pitchFamily="34" charset="-120"/>
              </a:rPr>
              <a:t>## About us </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New to Arduino and C++. Explain each</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change in plain terms before coding.</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Prefer simple code over clever code. </a:t>
            </a:r>
            <a:endParaRPr lang="en-US" sz="1800" dirty="0"/>
          </a:p>
          <a:p>
            <a:pPr marL="0" indent="0" algn="l">
              <a:lnSpc>
                <a:spcPct val="111429"/>
              </a:lnSpc>
              <a:buNone/>
            </a:pPr>
            <a:r>
              <a:rPr lang="en-US" sz="1800" dirty="0">
                <a:solidFill>
                  <a:srgbClr val="569CD6"/>
                </a:solidFill>
                <a:latin typeface="Cascadia Mono" pitchFamily="34" charset="0"/>
                <a:ea typeface="Cascadia Mono" pitchFamily="34" charset="-122"/>
                <a:cs typeface="Cascadia Mono" pitchFamily="34" charset="-120"/>
              </a:rPr>
              <a:t>## Hardware </a:t>
            </a:r>
            <a:r>
              <a:rPr lang="en-US" sz="1800" dirty="0">
                <a:solidFill>
                  <a:srgbClr val="D4D4D4"/>
                </a:solidFill>
                <a:highlight>
                  <a:srgbClr val="1E1E1E"/>
                </a:highlight>
                <a:latin typeface="Cascadia Mono" pitchFamily="34" charset="0"/>
                <a:ea typeface="Cascadia Mono" pitchFamily="34" charset="-122"/>
                <a:cs typeface="Cascadia Mono" pitchFamily="34" charset="-120"/>
              </a:rPr>
              <a:t>- SparkFun Thing Plus ESP32</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PlatformIO env: esp32thing_plus</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XBee: HardwareSerial(2), 9600 baud</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ICM-20948 IMU, MAX17048 gauge (I2C)</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Pin map: include/definitions.h </a:t>
            </a:r>
            <a:endParaRPr lang="en-US" sz="1800" dirty="0"/>
          </a:p>
          <a:p>
            <a:pPr marL="0" indent="0" algn="l">
              <a:lnSpc>
                <a:spcPct val="111429"/>
              </a:lnSpc>
              <a:buNone/>
            </a:pPr>
            <a:r>
              <a:rPr lang="en-US" sz="1800" dirty="0">
                <a:solidFill>
                  <a:srgbClr val="569CD6"/>
                </a:solidFill>
                <a:latin typeface="Cascadia Mono" pitchFamily="34" charset="0"/>
                <a:ea typeface="Cascadia Mono" pitchFamily="34" charset="-122"/>
                <a:cs typeface="Cascadia Mono" pitchFamily="34" charset="-120"/>
              </a:rPr>
              <a:t>## Conventions </a:t>
            </a:r>
            <a:r>
              <a:rPr lang="en-US" sz="1800" dirty="0">
                <a:solidFill>
                  <a:srgbClr val="D4D4D4"/>
                </a:solidFill>
                <a:highlight>
                  <a:srgbClr val="1E1E1E"/>
                </a:highlight>
                <a:latin typeface="Cascadia Mono" pitchFamily="34" charset="0"/>
                <a:ea typeface="Cascadia Mono" pitchFamily="34" charset="-122"/>
                <a:cs typeface="Cascadia Mono" pitchFamily="34" charset="-120"/>
              </a:rPr>
              <a:t>- Commands: process_main_menu()</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Telemetry: Name:value,Name:value\n</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Mirror every XBee message to Serial </a:t>
            </a:r>
            <a:endParaRPr lang="en-US" sz="1800" dirty="0"/>
          </a:p>
          <a:p>
            <a:pPr marL="0" indent="0" algn="l">
              <a:lnSpc>
                <a:spcPct val="111429"/>
              </a:lnSpc>
              <a:buNone/>
            </a:pPr>
            <a:r>
              <a:rPr lang="en-US" sz="1800" dirty="0">
                <a:solidFill>
                  <a:srgbClr val="569CD6"/>
                </a:solidFill>
                <a:latin typeface="Cascadia Mono" pitchFamily="34" charset="0"/>
                <a:ea typeface="Cascadia Mono" pitchFamily="34" charset="-122"/>
                <a:cs typeface="Cascadia Mono" pitchFamily="34" charset="-120"/>
              </a:rPr>
              <a:t>## Rules </a:t>
            </a:r>
            <a:r>
              <a:rPr lang="en-US" sz="1800" dirty="0">
                <a:solidFill>
                  <a:srgbClr val="D4D4D4"/>
                </a:solidFill>
                <a:highlight>
                  <a:srgbClr val="1E1E1E"/>
                </a:highlight>
                <a:latin typeface="Cascadia Mono" pitchFamily="34" charset="0"/>
                <a:ea typeface="Cascadia Mono" pitchFamily="34" charset="-122"/>
                <a:cs typeface="Cascadia Mono" pitchFamily="34" charset="-120"/>
              </a:rPr>
              <a:t>- Never change pins without asking</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Add libraries only via lib_deps</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No blocking waits in loop()</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You can't test on hardware: list</a:t>
            </a:r>
            <a:endParaRPr lang="en-US" sz="1800" dirty="0"/>
          </a:p>
          <a:p>
            <a:pPr marL="0" indent="0" algn="l">
              <a:lnSpc>
                <a:spcPct val="111429"/>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  what I must verify on KestrelSAT</a:t>
            </a:r>
            <a:endParaRPr lang="en-US" sz="1800" dirty="0"/>
          </a:p>
        </p:txBody>
      </p:sp>
      <p:sp>
        <p:nvSpPr>
          <p:cNvPr id="21" name="Text 18"/>
          <p:cNvSpPr/>
          <p:nvPr/>
        </p:nvSpPr>
        <p:spPr>
          <a:xfrm>
            <a:off x="8858250" y="2095500"/>
            <a:ext cx="4709160"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Claude Code reads CLAUDE.md at the start of every session.</a:t>
            </a:r>
            <a:endParaRPr lang="en-US" sz="2100" dirty="0"/>
          </a:p>
        </p:txBody>
      </p:sp>
      <p:sp>
        <p:nvSpPr>
          <p:cNvPr id="22" name="Text 19"/>
          <p:cNvSpPr/>
          <p:nvPr/>
        </p:nvSpPr>
        <p:spPr>
          <a:xfrm>
            <a:off x="8858250" y="2998291"/>
            <a:ext cx="4709160" cy="1077962"/>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Include what a new teammate would need: hardware, where the pin map lives, conventions, rules.</a:t>
            </a:r>
            <a:endParaRPr lang="en-US" sz="2100" dirty="0"/>
          </a:p>
        </p:txBody>
      </p:sp>
      <p:sp>
        <p:nvSpPr>
          <p:cNvPr id="23" name="Text 20"/>
          <p:cNvSpPr/>
          <p:nvPr/>
        </p:nvSpPr>
        <p:spPr>
          <a:xfrm>
            <a:off x="8858250" y="4247704"/>
            <a:ext cx="4709160" cy="1437977"/>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Start with </a:t>
            </a:r>
            <a:r>
              <a:rPr lang="en-US" sz="1950" dirty="0">
                <a:solidFill>
                  <a:srgbClr val="000000"/>
                </a:solidFill>
                <a:latin typeface="Cascadia Mono" pitchFamily="34" charset="0"/>
                <a:ea typeface="Cascadia Mono" pitchFamily="34" charset="-122"/>
                <a:cs typeface="Cascadia Mono" pitchFamily="34" charset="-120"/>
              </a:rPr>
              <a:t>/init </a:t>
            </a:r>
            <a:r>
              <a:rPr lang="en-US" sz="2100" dirty="0">
                <a:solidFill>
                  <a:srgbClr val="000000"/>
                </a:solidFill>
                <a:latin typeface="Segoe UI" pitchFamily="34" charset="0"/>
                <a:ea typeface="Segoe UI" pitchFamily="34" charset="-122"/>
                <a:cs typeface="Segoe UI" pitchFamily="34" charset="-120"/>
              </a:rPr>
              <a:t>: the agent scans the repo and drafts the file. Then correct and add the hardware facts it can’t see.</a:t>
            </a:r>
            <a:endParaRPr lang="en-US" sz="2100" dirty="0"/>
          </a:p>
        </p:txBody>
      </p:sp>
      <p:sp>
        <p:nvSpPr>
          <p:cNvPr id="24" name="Text 21"/>
          <p:cNvSpPr/>
          <p:nvPr/>
        </p:nvSpPr>
        <p:spPr>
          <a:xfrm>
            <a:off x="8858250" y="5857131"/>
            <a:ext cx="4709160" cy="731341"/>
          </a:xfrm>
          <a:prstGeom prst="rect">
            <a:avLst/>
          </a:prstGeom>
          <a:noFill/>
          <a:ln/>
        </p:spPr>
        <p:txBody>
          <a:bodyPr wrap="square" lIns="25400" tIns="25400" rIns="25400" bIns="25400" rtlCol="0" anchor="t">
            <a:normAutofit/>
          </a:bodyPr>
          <a:lstStyle/>
          <a:p>
            <a:pPr marL="0" indent="0" algn="l">
              <a:lnSpc>
                <a:spcPct val="98378"/>
              </a:lnSpc>
              <a:buNone/>
            </a:pPr>
            <a:r>
              <a:rPr lang="en-US" sz="2100" dirty="0">
                <a:solidFill>
                  <a:srgbClr val="000000"/>
                </a:solidFill>
                <a:latin typeface="Segoe UI" pitchFamily="34" charset="0"/>
                <a:ea typeface="Segoe UI" pitchFamily="34" charset="-122"/>
                <a:cs typeface="Segoe UI" pitchFamily="34" charset="-120"/>
              </a:rPr>
              <a:t>Keep it short. Add a rule each time the agent repeats a mistake.</a:t>
            </a:r>
            <a:endParaRPr lang="en-US" sz="2100" dirty="0"/>
          </a:p>
        </p:txBody>
      </p:sp>
      <p:sp>
        <p:nvSpPr>
          <p:cNvPr id="25" name="Text 22"/>
          <p:cNvSpPr/>
          <p:nvPr/>
        </p:nvSpPr>
        <p:spPr>
          <a:xfrm>
            <a:off x="8858250" y="6759922"/>
            <a:ext cx="4709160" cy="1820466"/>
          </a:xfrm>
          <a:prstGeom prst="rect">
            <a:avLst/>
          </a:prstGeom>
          <a:noFill/>
          <a:ln/>
        </p:spPr>
        <p:txBody>
          <a:bodyPr wrap="square" lIns="25400" tIns="25400" rIns="25400" bIns="25400" rtlCol="0" anchor="t">
            <a:normAutofit/>
          </a:bodyPr>
          <a:lstStyle/>
          <a:p>
            <a:pPr marL="0" indent="0" algn="l">
              <a:lnSpc>
                <a:spcPct val="97500"/>
              </a:lnSpc>
              <a:buNone/>
            </a:pPr>
            <a:r>
              <a:rPr lang="en-US" sz="1800" dirty="0">
                <a:solidFill>
                  <a:srgbClr val="404040"/>
                </a:solidFill>
                <a:latin typeface="Segoe UI" pitchFamily="34" charset="0"/>
                <a:ea typeface="Segoe UI" pitchFamily="34" charset="-122"/>
                <a:cs typeface="Segoe UI" pitchFamily="34" charset="-120"/>
              </a:rPr>
              <a:t>Codex: /init writes AGENTS.md. </a:t>
            </a:r>
          </a:p>
          <a:p>
            <a:pPr marL="0" indent="0" algn="l">
              <a:lnSpc>
                <a:spcPct val="97500"/>
              </a:lnSpc>
              <a:buNone/>
            </a:pPr>
            <a:endParaRPr lang="en-US" dirty="0">
              <a:solidFill>
                <a:srgbClr val="404040"/>
              </a:solidFill>
              <a:latin typeface="Segoe UI" pitchFamily="34" charset="0"/>
              <a:ea typeface="Segoe UI" pitchFamily="34" charset="-122"/>
              <a:cs typeface="Segoe UI" pitchFamily="34" charset="-120"/>
            </a:endParaRPr>
          </a:p>
          <a:p>
            <a:pPr marL="0" indent="0" algn="l">
              <a:lnSpc>
                <a:spcPct val="97500"/>
              </a:lnSpc>
              <a:buNone/>
            </a:pPr>
            <a:r>
              <a:rPr lang="en-US" sz="1800" dirty="0">
                <a:solidFill>
                  <a:srgbClr val="404040"/>
                </a:solidFill>
                <a:latin typeface="Segoe UI" pitchFamily="34" charset="0"/>
                <a:ea typeface="Segoe UI" pitchFamily="34" charset="-122"/>
                <a:cs typeface="Segoe UI" pitchFamily="34" charset="-120"/>
              </a:rPr>
              <a:t>Copilot: Generate Chat Instructions writes .github/copilot-instructions.md.</a:t>
            </a:r>
            <a:endParaRPr lang="en-US" sz="1800" dirty="0"/>
          </a:p>
        </p:txBody>
      </p:sp>
      <p:sp>
        <p:nvSpPr>
          <p:cNvPr id="26" name="Text 23"/>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27" name="Text 24"/>
          <p:cNvSpPr/>
          <p:nvPr/>
        </p:nvSpPr>
        <p:spPr>
          <a:xfrm>
            <a:off x="13459420" y="9810750"/>
            <a:ext cx="19943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9</a:t>
            </a:r>
            <a:endParaRPr lang="en-US" sz="1800" dirty="0"/>
          </a:p>
        </p:txBody>
      </p:sp>
      <p:pic>
        <p:nvPicPr>
          <p:cNvPr id="29" name="Image 0" descr="preencoded.png">
            <a:extLst>
              <a:ext uri="{FF2B5EF4-FFF2-40B4-BE49-F238E27FC236}">
                <a16:creationId xmlns:a16="http://schemas.microsoft.com/office/drawing/2014/main" id="{46FB8F2A-61FE-ED11-9EC5-504E44FD948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Step 2: Open a Session</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005929" cy="381000"/>
          </a:xfrm>
          <a:prstGeom prst="roundRect">
            <a:avLst>
              <a:gd name="adj" fmla="val 10000"/>
            </a:avLst>
          </a:prstGeom>
          <a:solidFill>
            <a:srgbClr val="595959"/>
          </a:solidFill>
          <a:ln/>
        </p:spPr>
        <p:txBody>
          <a:bodyPr/>
          <a:lstStyle/>
          <a:p>
            <a:endParaRPr lang="en-US"/>
          </a:p>
        </p:txBody>
      </p:sp>
      <p:sp>
        <p:nvSpPr>
          <p:cNvPr id="18" name="Text 15"/>
          <p:cNvSpPr/>
          <p:nvPr/>
        </p:nvSpPr>
        <p:spPr>
          <a:xfrm>
            <a:off x="1943100" y="1562100"/>
            <a:ext cx="815429"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SETUP</a:t>
            </a:r>
            <a:endParaRPr lang="en-US" sz="1800" dirty="0"/>
          </a:p>
        </p:txBody>
      </p:sp>
      <p:sp>
        <p:nvSpPr>
          <p:cNvPr id="19" name="Shape 16"/>
          <p:cNvSpPr/>
          <p:nvPr/>
        </p:nvSpPr>
        <p:spPr>
          <a:xfrm>
            <a:off x="1809750" y="2143125"/>
            <a:ext cx="2476500" cy="1428750"/>
          </a:xfrm>
          <a:prstGeom prst="roundRect">
            <a:avLst>
              <a:gd name="adj" fmla="val 5333"/>
            </a:avLst>
          </a:prstGeom>
          <a:ln w="28575">
            <a:solidFill>
              <a:srgbClr val="000000"/>
            </a:solidFill>
            <a:prstDash val="solid"/>
          </a:ln>
        </p:spPr>
        <p:txBody>
          <a:bodyPr/>
          <a:lstStyle/>
          <a:p>
            <a:endParaRPr lang="en-US"/>
          </a:p>
        </p:txBody>
      </p:sp>
      <p:sp>
        <p:nvSpPr>
          <p:cNvPr id="20" name="Text 17"/>
          <p:cNvSpPr/>
          <p:nvPr/>
        </p:nvSpPr>
        <p:spPr>
          <a:xfrm>
            <a:off x="2185080" y="2500313"/>
            <a:ext cx="1725841" cy="390525"/>
          </a:xfrm>
          <a:prstGeom prst="rect">
            <a:avLst/>
          </a:prstGeom>
          <a:noFill/>
          <a:ln/>
        </p:spPr>
        <p:txBody>
          <a:bodyPr wrap="square" lIns="25400" tIns="25400" rIns="25400" bIns="25400" rtlCol="0" anchor="t">
            <a:normAutofit/>
          </a:bodyPr>
          <a:lstStyle/>
          <a:p>
            <a:pPr marL="0" indent="0" algn="ctr">
              <a:buNone/>
            </a:pPr>
            <a:r>
              <a:rPr lang="en-US" sz="2100" b="1" dirty="0">
                <a:solidFill>
                  <a:srgbClr val="000000"/>
                </a:solidFill>
                <a:latin typeface="Segoe UI" pitchFamily="34" charset="0"/>
                <a:ea typeface="Segoe UI" pitchFamily="34" charset="-122"/>
                <a:cs typeface="Segoe UI" pitchFamily="34" charset="-120"/>
              </a:rPr>
              <a:t>Claude Code</a:t>
            </a:r>
            <a:endParaRPr lang="en-US" sz="2100" dirty="0"/>
          </a:p>
        </p:txBody>
      </p:sp>
      <p:sp>
        <p:nvSpPr>
          <p:cNvPr id="21" name="Text 18"/>
          <p:cNvSpPr/>
          <p:nvPr/>
        </p:nvSpPr>
        <p:spPr>
          <a:xfrm>
            <a:off x="2238293" y="2909888"/>
            <a:ext cx="16192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000000"/>
                </a:solidFill>
                <a:latin typeface="Segoe UI" pitchFamily="34" charset="0"/>
                <a:ea typeface="Segoe UI" pitchFamily="34" charset="-122"/>
                <a:cs typeface="Segoe UI" pitchFamily="34" charset="-120"/>
              </a:rPr>
              <a:t>cloud sandbox</a:t>
            </a:r>
            <a:endParaRPr lang="en-US" sz="1800" dirty="0"/>
          </a:p>
        </p:txBody>
      </p:sp>
      <p:sp>
        <p:nvSpPr>
          <p:cNvPr id="22" name="Shape 19"/>
          <p:cNvSpPr/>
          <p:nvPr/>
        </p:nvSpPr>
        <p:spPr>
          <a:xfrm>
            <a:off x="4286250" y="2781300"/>
            <a:ext cx="133350" cy="152400"/>
          </a:xfrm>
          <a:prstGeom prst="rect">
            <a:avLst/>
          </a:prstGeom>
          <a:solidFill>
            <a:srgbClr val="000000"/>
          </a:solidFill>
          <a:ln/>
        </p:spPr>
        <p:txBody>
          <a:bodyPr/>
          <a:lstStyle/>
          <a:p>
            <a:endParaRPr lang="en-US"/>
          </a:p>
        </p:txBody>
      </p:sp>
      <p:sp>
        <p:nvSpPr>
          <p:cNvPr id="23" name="Shape 20"/>
          <p:cNvSpPr/>
          <p:nvPr/>
        </p:nvSpPr>
        <p:spPr>
          <a:xfrm>
            <a:off x="4419600" y="2843213"/>
            <a:ext cx="450800" cy="28575"/>
          </a:xfrm>
          <a:prstGeom prst="rect">
            <a:avLst/>
          </a:prstGeom>
          <a:solidFill>
            <a:srgbClr val="000000"/>
          </a:solidFill>
          <a:ln/>
        </p:spPr>
        <p:txBody>
          <a:bodyPr/>
          <a:lstStyle/>
          <a:p>
            <a:endParaRPr lang="en-US"/>
          </a:p>
        </p:txBody>
      </p:sp>
      <p:sp>
        <p:nvSpPr>
          <p:cNvPr id="24" name="Shape 21"/>
          <p:cNvSpPr/>
          <p:nvPr/>
        </p:nvSpPr>
        <p:spPr>
          <a:xfrm>
            <a:off x="4870400" y="2781300"/>
            <a:ext cx="133350" cy="152400"/>
          </a:xfrm>
          <a:prstGeom prst="rect">
            <a:avLst/>
          </a:prstGeom>
          <a:solidFill>
            <a:srgbClr val="000000"/>
          </a:solidFill>
          <a:ln/>
        </p:spPr>
        <p:txBody>
          <a:bodyPr/>
          <a:lstStyle/>
          <a:p>
            <a:endParaRPr lang="en-US"/>
          </a:p>
        </p:txBody>
      </p:sp>
      <p:sp>
        <p:nvSpPr>
          <p:cNvPr id="25" name="Shape 22"/>
          <p:cNvSpPr/>
          <p:nvPr/>
        </p:nvSpPr>
        <p:spPr>
          <a:xfrm>
            <a:off x="5003750" y="2143125"/>
            <a:ext cx="2476500" cy="1428750"/>
          </a:xfrm>
          <a:prstGeom prst="roundRect">
            <a:avLst>
              <a:gd name="adj" fmla="val 5333"/>
            </a:avLst>
          </a:prstGeom>
          <a:ln w="28575">
            <a:solidFill>
              <a:srgbClr val="000000"/>
            </a:solidFill>
            <a:prstDash val="solid"/>
          </a:ln>
        </p:spPr>
        <p:txBody>
          <a:bodyPr/>
          <a:lstStyle/>
          <a:p>
            <a:endParaRPr lang="en-US"/>
          </a:p>
        </p:txBody>
      </p:sp>
      <p:sp>
        <p:nvSpPr>
          <p:cNvPr id="26" name="Text 23"/>
          <p:cNvSpPr/>
          <p:nvPr/>
        </p:nvSpPr>
        <p:spPr>
          <a:xfrm>
            <a:off x="5388575" y="2500313"/>
            <a:ext cx="1706850" cy="390525"/>
          </a:xfrm>
          <a:prstGeom prst="rect">
            <a:avLst/>
          </a:prstGeom>
          <a:noFill/>
          <a:ln/>
        </p:spPr>
        <p:txBody>
          <a:bodyPr wrap="square" lIns="25400" tIns="25400" rIns="25400" bIns="25400" rtlCol="0" anchor="t">
            <a:normAutofit/>
          </a:bodyPr>
          <a:lstStyle/>
          <a:p>
            <a:pPr marL="0" indent="0" algn="ctr">
              <a:buNone/>
            </a:pPr>
            <a:r>
              <a:rPr lang="en-US" sz="2100" b="1" dirty="0">
                <a:solidFill>
                  <a:srgbClr val="000000"/>
                </a:solidFill>
                <a:latin typeface="Segoe UI" pitchFamily="34" charset="0"/>
                <a:ea typeface="Segoe UI" pitchFamily="34" charset="-122"/>
                <a:cs typeface="Segoe UI" pitchFamily="34" charset="-120"/>
              </a:rPr>
              <a:t>GitHub repo</a:t>
            </a:r>
            <a:endParaRPr lang="en-US" sz="2100" dirty="0"/>
          </a:p>
        </p:txBody>
      </p:sp>
      <p:sp>
        <p:nvSpPr>
          <p:cNvPr id="27" name="Text 24"/>
          <p:cNvSpPr/>
          <p:nvPr/>
        </p:nvSpPr>
        <p:spPr>
          <a:xfrm>
            <a:off x="5469783" y="2909888"/>
            <a:ext cx="154428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000000"/>
                </a:solidFill>
                <a:latin typeface="Segoe UI" pitchFamily="34" charset="0"/>
                <a:ea typeface="Segoe UI" pitchFamily="34" charset="-122"/>
                <a:cs typeface="Segoe UI" pitchFamily="34" charset="-120"/>
              </a:rPr>
              <a:t>shared source</a:t>
            </a:r>
            <a:endParaRPr lang="en-US" sz="1800" dirty="0"/>
          </a:p>
        </p:txBody>
      </p:sp>
      <p:sp>
        <p:nvSpPr>
          <p:cNvPr id="28" name="Shape 25"/>
          <p:cNvSpPr/>
          <p:nvPr/>
        </p:nvSpPr>
        <p:spPr>
          <a:xfrm>
            <a:off x="7480250" y="2781300"/>
            <a:ext cx="133350" cy="152400"/>
          </a:xfrm>
          <a:prstGeom prst="rect">
            <a:avLst/>
          </a:prstGeom>
          <a:solidFill>
            <a:srgbClr val="000000"/>
          </a:solidFill>
          <a:ln/>
        </p:spPr>
        <p:txBody>
          <a:bodyPr/>
          <a:lstStyle/>
          <a:p>
            <a:endParaRPr lang="en-US"/>
          </a:p>
        </p:txBody>
      </p:sp>
      <p:sp>
        <p:nvSpPr>
          <p:cNvPr id="29" name="Shape 26"/>
          <p:cNvSpPr/>
          <p:nvPr/>
        </p:nvSpPr>
        <p:spPr>
          <a:xfrm>
            <a:off x="7613600" y="2843213"/>
            <a:ext cx="450949" cy="28575"/>
          </a:xfrm>
          <a:prstGeom prst="rect">
            <a:avLst/>
          </a:prstGeom>
          <a:solidFill>
            <a:srgbClr val="000000"/>
          </a:solidFill>
          <a:ln/>
        </p:spPr>
        <p:txBody>
          <a:bodyPr/>
          <a:lstStyle/>
          <a:p>
            <a:endParaRPr lang="en-US"/>
          </a:p>
        </p:txBody>
      </p:sp>
      <p:sp>
        <p:nvSpPr>
          <p:cNvPr id="30" name="Shape 27"/>
          <p:cNvSpPr/>
          <p:nvPr/>
        </p:nvSpPr>
        <p:spPr>
          <a:xfrm>
            <a:off x="8064550" y="2781300"/>
            <a:ext cx="133350" cy="152400"/>
          </a:xfrm>
          <a:prstGeom prst="rect">
            <a:avLst/>
          </a:prstGeom>
          <a:solidFill>
            <a:srgbClr val="000000"/>
          </a:solidFill>
          <a:ln/>
        </p:spPr>
        <p:txBody>
          <a:bodyPr/>
          <a:lstStyle/>
          <a:p>
            <a:endParaRPr lang="en-US"/>
          </a:p>
        </p:txBody>
      </p:sp>
      <p:sp>
        <p:nvSpPr>
          <p:cNvPr id="31" name="Shape 28"/>
          <p:cNvSpPr/>
          <p:nvPr/>
        </p:nvSpPr>
        <p:spPr>
          <a:xfrm>
            <a:off x="8197900" y="2143125"/>
            <a:ext cx="2476500" cy="1428750"/>
          </a:xfrm>
          <a:prstGeom prst="roundRect">
            <a:avLst>
              <a:gd name="adj" fmla="val 5333"/>
            </a:avLst>
          </a:prstGeom>
          <a:ln w="28575">
            <a:solidFill>
              <a:srgbClr val="000000"/>
            </a:solidFill>
            <a:prstDash val="solid"/>
          </a:ln>
        </p:spPr>
        <p:txBody>
          <a:bodyPr/>
          <a:lstStyle/>
          <a:p>
            <a:endParaRPr lang="en-US"/>
          </a:p>
        </p:txBody>
      </p:sp>
      <p:sp>
        <p:nvSpPr>
          <p:cNvPr id="32" name="Text 29"/>
          <p:cNvSpPr/>
          <p:nvPr/>
        </p:nvSpPr>
        <p:spPr>
          <a:xfrm>
            <a:off x="8634293" y="2500313"/>
            <a:ext cx="1603712" cy="390525"/>
          </a:xfrm>
          <a:prstGeom prst="rect">
            <a:avLst/>
          </a:prstGeom>
          <a:noFill/>
          <a:ln/>
        </p:spPr>
        <p:txBody>
          <a:bodyPr wrap="square" lIns="25400" tIns="25400" rIns="25400" bIns="25400" rtlCol="0" anchor="t">
            <a:normAutofit/>
          </a:bodyPr>
          <a:lstStyle/>
          <a:p>
            <a:pPr marL="0" indent="0" algn="ctr">
              <a:buNone/>
            </a:pPr>
            <a:r>
              <a:rPr lang="en-US" sz="2100" b="1" dirty="0">
                <a:solidFill>
                  <a:srgbClr val="000000"/>
                </a:solidFill>
                <a:latin typeface="Segoe UI" pitchFamily="34" charset="0"/>
                <a:ea typeface="Segoe UI" pitchFamily="34" charset="-122"/>
                <a:cs typeface="Segoe UI" pitchFamily="34" charset="-120"/>
              </a:rPr>
              <a:t>Your laptop</a:t>
            </a:r>
            <a:endParaRPr lang="en-US" sz="2100" dirty="0"/>
          </a:p>
        </p:txBody>
      </p:sp>
      <p:sp>
        <p:nvSpPr>
          <p:cNvPr id="33" name="Text 30"/>
          <p:cNvSpPr/>
          <p:nvPr/>
        </p:nvSpPr>
        <p:spPr>
          <a:xfrm>
            <a:off x="8220596" y="2909888"/>
            <a:ext cx="2431107"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000000"/>
                </a:solidFill>
                <a:latin typeface="Segoe UI" pitchFamily="34" charset="0"/>
                <a:ea typeface="Segoe UI" pitchFamily="34" charset="-122"/>
                <a:cs typeface="Segoe UI" pitchFamily="34" charset="-120"/>
              </a:rPr>
              <a:t>Desktop + PlatformIO</a:t>
            </a:r>
            <a:endParaRPr lang="en-US" sz="1800" dirty="0"/>
          </a:p>
        </p:txBody>
      </p:sp>
      <p:sp>
        <p:nvSpPr>
          <p:cNvPr id="34" name="Shape 31"/>
          <p:cNvSpPr/>
          <p:nvPr/>
        </p:nvSpPr>
        <p:spPr>
          <a:xfrm>
            <a:off x="10674400" y="2843213"/>
            <a:ext cx="584150" cy="28575"/>
          </a:xfrm>
          <a:prstGeom prst="rect">
            <a:avLst/>
          </a:prstGeom>
          <a:solidFill>
            <a:srgbClr val="000000"/>
          </a:solidFill>
          <a:ln/>
        </p:spPr>
        <p:txBody>
          <a:bodyPr/>
          <a:lstStyle/>
          <a:p>
            <a:endParaRPr lang="en-US"/>
          </a:p>
        </p:txBody>
      </p:sp>
      <p:sp>
        <p:nvSpPr>
          <p:cNvPr id="35" name="Shape 32"/>
          <p:cNvSpPr/>
          <p:nvPr/>
        </p:nvSpPr>
        <p:spPr>
          <a:xfrm>
            <a:off x="11258550" y="2781300"/>
            <a:ext cx="133350" cy="152400"/>
          </a:xfrm>
          <a:prstGeom prst="rect">
            <a:avLst/>
          </a:prstGeom>
          <a:solidFill>
            <a:srgbClr val="000000"/>
          </a:solidFill>
          <a:ln/>
        </p:spPr>
        <p:txBody>
          <a:bodyPr/>
          <a:lstStyle/>
          <a:p>
            <a:endParaRPr lang="en-US"/>
          </a:p>
        </p:txBody>
      </p:sp>
      <p:sp>
        <p:nvSpPr>
          <p:cNvPr id="36" name="Shape 33"/>
          <p:cNvSpPr/>
          <p:nvPr/>
        </p:nvSpPr>
        <p:spPr>
          <a:xfrm>
            <a:off x="11391900" y="2143125"/>
            <a:ext cx="2095500" cy="1428750"/>
          </a:xfrm>
          <a:prstGeom prst="roundRect">
            <a:avLst>
              <a:gd name="adj" fmla="val 5333"/>
            </a:avLst>
          </a:prstGeom>
          <a:solidFill>
            <a:srgbClr val="E6E6E6"/>
          </a:solidFill>
          <a:ln/>
        </p:spPr>
        <p:txBody>
          <a:bodyPr/>
          <a:lstStyle/>
          <a:p>
            <a:endParaRPr lang="en-US"/>
          </a:p>
        </p:txBody>
      </p:sp>
      <p:sp>
        <p:nvSpPr>
          <p:cNvPr id="37" name="Text 34"/>
          <p:cNvSpPr/>
          <p:nvPr/>
        </p:nvSpPr>
        <p:spPr>
          <a:xfrm>
            <a:off x="11704923" y="2500313"/>
            <a:ext cx="1469306" cy="390525"/>
          </a:xfrm>
          <a:prstGeom prst="rect">
            <a:avLst/>
          </a:prstGeom>
          <a:noFill/>
          <a:ln/>
        </p:spPr>
        <p:txBody>
          <a:bodyPr wrap="square" lIns="25400" tIns="25400" rIns="25400" bIns="25400" rtlCol="0" anchor="t">
            <a:normAutofit/>
          </a:bodyPr>
          <a:lstStyle/>
          <a:p>
            <a:pPr marL="0" indent="0" algn="ctr">
              <a:buNone/>
            </a:pPr>
            <a:r>
              <a:rPr lang="en-US" sz="2100" b="1" dirty="0">
                <a:solidFill>
                  <a:srgbClr val="000000"/>
                </a:solidFill>
                <a:latin typeface="Segoe UI" pitchFamily="34" charset="0"/>
                <a:ea typeface="Segoe UI" pitchFamily="34" charset="-122"/>
                <a:cs typeface="Segoe UI" pitchFamily="34" charset="-120"/>
              </a:rPr>
              <a:t>KestrelSAT</a:t>
            </a:r>
            <a:endParaRPr lang="en-US" sz="2100" dirty="0"/>
          </a:p>
        </p:txBody>
      </p:sp>
      <p:sp>
        <p:nvSpPr>
          <p:cNvPr id="38" name="Text 35"/>
          <p:cNvSpPr/>
          <p:nvPr/>
        </p:nvSpPr>
        <p:spPr>
          <a:xfrm>
            <a:off x="12196763" y="2909888"/>
            <a:ext cx="48577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000000"/>
                </a:solidFill>
                <a:latin typeface="Segoe UI" pitchFamily="34" charset="0"/>
                <a:ea typeface="Segoe UI" pitchFamily="34" charset="-122"/>
                <a:cs typeface="Segoe UI" pitchFamily="34" charset="-120"/>
              </a:rPr>
              <a:t>USB</a:t>
            </a:r>
            <a:endParaRPr lang="en-US" sz="1800" dirty="0"/>
          </a:p>
        </p:txBody>
      </p:sp>
      <p:sp>
        <p:nvSpPr>
          <p:cNvPr id="39" name="Text 36"/>
          <p:cNvSpPr/>
          <p:nvPr/>
        </p:nvSpPr>
        <p:spPr>
          <a:xfrm>
            <a:off x="1809750" y="3810000"/>
            <a:ext cx="1202798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404040"/>
                </a:solidFill>
                <a:latin typeface="Segoe UI" pitchFamily="34" charset="0"/>
                <a:ea typeface="Segoe UI" pitchFamily="34" charset="-122"/>
                <a:cs typeface="Segoe UI" pitchFamily="34" charset="-120"/>
              </a:rPr>
              <a:t>The session can read and change your repo. It cannot reach your laptop, its USB ports, or KestrelSAT.</a:t>
            </a:r>
            <a:endParaRPr lang="en-US" sz="2100" dirty="0"/>
          </a:p>
        </p:txBody>
      </p:sp>
      <p:sp>
        <p:nvSpPr>
          <p:cNvPr id="40" name="Text 37"/>
          <p:cNvSpPr/>
          <p:nvPr/>
        </p:nvSpPr>
        <p:spPr>
          <a:xfrm>
            <a:off x="1809750" y="4667250"/>
            <a:ext cx="2203058"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ONE-TIME SETUP</a:t>
            </a:r>
            <a:endParaRPr lang="en-US" sz="1800" dirty="0"/>
          </a:p>
        </p:txBody>
      </p:sp>
      <p:sp>
        <p:nvSpPr>
          <p:cNvPr id="41" name="Text 38"/>
          <p:cNvSpPr/>
          <p:nvPr/>
        </p:nvSpPr>
        <p:spPr>
          <a:xfrm>
            <a:off x="1809750" y="5143500"/>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1</a:t>
            </a:r>
            <a:endParaRPr lang="en-US" sz="2250" dirty="0"/>
          </a:p>
        </p:txBody>
      </p:sp>
      <p:sp>
        <p:nvSpPr>
          <p:cNvPr id="42" name="Text 39"/>
          <p:cNvSpPr/>
          <p:nvPr/>
        </p:nvSpPr>
        <p:spPr>
          <a:xfrm>
            <a:off x="2266950" y="5162550"/>
            <a:ext cx="12342495" cy="41716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Go to </a:t>
            </a:r>
            <a:r>
              <a:rPr lang="en-US" sz="2100" dirty="0">
                <a:solidFill>
                  <a:srgbClr val="000000"/>
                </a:solidFill>
                <a:latin typeface="Cascadia Mono" pitchFamily="34" charset="0"/>
                <a:ea typeface="Cascadia Mono" pitchFamily="34" charset="-122"/>
                <a:cs typeface="Cascadia Mono" pitchFamily="34" charset="-120"/>
              </a:rPr>
              <a:t>claude.ai/code </a:t>
            </a:r>
            <a:r>
              <a:rPr lang="en-US" sz="2100" dirty="0">
                <a:solidFill>
                  <a:srgbClr val="000000"/>
                </a:solidFill>
                <a:latin typeface="Segoe UI" pitchFamily="34" charset="0"/>
                <a:ea typeface="Segoe UI" pitchFamily="34" charset="-122"/>
                <a:cs typeface="Segoe UI" pitchFamily="34" charset="-120"/>
              </a:rPr>
              <a:t>and sign in.</a:t>
            </a:r>
            <a:endParaRPr lang="en-US" sz="2100" dirty="0"/>
          </a:p>
        </p:txBody>
      </p:sp>
      <p:sp>
        <p:nvSpPr>
          <p:cNvPr id="43" name="Text 40"/>
          <p:cNvSpPr/>
          <p:nvPr/>
        </p:nvSpPr>
        <p:spPr>
          <a:xfrm>
            <a:off x="1809750" y="5770215"/>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2</a:t>
            </a:r>
            <a:endParaRPr lang="en-US" sz="2250" dirty="0"/>
          </a:p>
        </p:txBody>
      </p:sp>
      <p:sp>
        <p:nvSpPr>
          <p:cNvPr id="44" name="Text 41"/>
          <p:cNvSpPr/>
          <p:nvPr/>
        </p:nvSpPr>
        <p:spPr>
          <a:xfrm>
            <a:off x="2266950" y="5789265"/>
            <a:ext cx="1234249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Claude Code requires a paid plan (Pro or higher). For free options, see Agent Tool Options.</a:t>
            </a:r>
            <a:endParaRPr lang="en-US" sz="2100" dirty="0"/>
          </a:p>
        </p:txBody>
      </p:sp>
      <p:sp>
        <p:nvSpPr>
          <p:cNvPr id="45" name="Text 42"/>
          <p:cNvSpPr/>
          <p:nvPr/>
        </p:nvSpPr>
        <p:spPr>
          <a:xfrm>
            <a:off x="1809750" y="6379815"/>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3</a:t>
            </a:r>
            <a:endParaRPr lang="en-US" sz="2250" dirty="0"/>
          </a:p>
        </p:txBody>
      </p:sp>
      <p:sp>
        <p:nvSpPr>
          <p:cNvPr id="46" name="Text 43"/>
          <p:cNvSpPr/>
          <p:nvPr/>
        </p:nvSpPr>
        <p:spPr>
          <a:xfrm>
            <a:off x="2266950" y="6398865"/>
            <a:ext cx="1234249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Connect GitHub when prompted. Install the Claude GitHub App on your capstone repo only.</a:t>
            </a:r>
            <a:endParaRPr lang="en-US" sz="2100" dirty="0"/>
          </a:p>
        </p:txBody>
      </p:sp>
      <p:sp>
        <p:nvSpPr>
          <p:cNvPr id="47" name="Text 44"/>
          <p:cNvSpPr/>
          <p:nvPr/>
        </p:nvSpPr>
        <p:spPr>
          <a:xfrm>
            <a:off x="1809750" y="6989415"/>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4</a:t>
            </a:r>
            <a:endParaRPr lang="en-US" sz="2250" dirty="0"/>
          </a:p>
        </p:txBody>
      </p:sp>
      <p:sp>
        <p:nvSpPr>
          <p:cNvPr id="48" name="Text 45"/>
          <p:cNvSpPr/>
          <p:nvPr/>
        </p:nvSpPr>
        <p:spPr>
          <a:xfrm>
            <a:off x="2266950" y="7008465"/>
            <a:ext cx="1234249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Accept the Default environment (Trusted network access).</a:t>
            </a:r>
            <a:endParaRPr lang="en-US" sz="2100" dirty="0"/>
          </a:p>
        </p:txBody>
      </p:sp>
      <p:sp>
        <p:nvSpPr>
          <p:cNvPr id="49" name="Text 46"/>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50" name="Text 47"/>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10</a:t>
            </a:r>
            <a:endParaRPr lang="en-US" sz="1800" dirty="0"/>
          </a:p>
        </p:txBody>
      </p:sp>
      <p:pic>
        <p:nvPicPr>
          <p:cNvPr id="52" name="Image 0" descr="preencoded.png">
            <a:extLst>
              <a:ext uri="{FF2B5EF4-FFF2-40B4-BE49-F238E27FC236}">
                <a16:creationId xmlns:a16="http://schemas.microsoft.com/office/drawing/2014/main" id="{D2598B35-C83C-3270-90A3-AA7A5772D58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Step 3: Connect Repo</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005929" cy="381000"/>
          </a:xfrm>
          <a:prstGeom prst="roundRect">
            <a:avLst>
              <a:gd name="adj" fmla="val 10000"/>
            </a:avLst>
          </a:prstGeom>
          <a:solidFill>
            <a:srgbClr val="595959"/>
          </a:solidFill>
          <a:ln/>
        </p:spPr>
        <p:txBody>
          <a:bodyPr/>
          <a:lstStyle/>
          <a:p>
            <a:endParaRPr lang="en-US"/>
          </a:p>
        </p:txBody>
      </p:sp>
      <p:sp>
        <p:nvSpPr>
          <p:cNvPr id="18" name="Text 15"/>
          <p:cNvSpPr/>
          <p:nvPr/>
        </p:nvSpPr>
        <p:spPr>
          <a:xfrm>
            <a:off x="1943100" y="1562100"/>
            <a:ext cx="815429"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SETUP</a:t>
            </a:r>
            <a:endParaRPr lang="en-US" sz="1800" dirty="0"/>
          </a:p>
        </p:txBody>
      </p:sp>
      <p:sp>
        <p:nvSpPr>
          <p:cNvPr id="19" name="Text 16"/>
          <p:cNvSpPr/>
          <p:nvPr/>
        </p:nvSpPr>
        <p:spPr>
          <a:xfrm>
            <a:off x="1809750" y="2143125"/>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1</a:t>
            </a:r>
            <a:endParaRPr lang="en-US" sz="2250" dirty="0"/>
          </a:p>
        </p:txBody>
      </p:sp>
      <p:sp>
        <p:nvSpPr>
          <p:cNvPr id="20" name="Text 17"/>
          <p:cNvSpPr/>
          <p:nvPr/>
        </p:nvSpPr>
        <p:spPr>
          <a:xfrm>
            <a:off x="2266950" y="2162175"/>
            <a:ext cx="1234249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New session: select your capstone repo and the main branch.</a:t>
            </a:r>
            <a:endParaRPr lang="en-US" sz="2100" dirty="0"/>
          </a:p>
        </p:txBody>
      </p:sp>
      <p:sp>
        <p:nvSpPr>
          <p:cNvPr id="21" name="Text 18"/>
          <p:cNvSpPr/>
          <p:nvPr/>
        </p:nvSpPr>
        <p:spPr>
          <a:xfrm>
            <a:off x="1809750" y="2695575"/>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2</a:t>
            </a:r>
            <a:endParaRPr lang="en-US" sz="2250" dirty="0"/>
          </a:p>
        </p:txBody>
      </p:sp>
      <p:sp>
        <p:nvSpPr>
          <p:cNvPr id="22" name="Text 19"/>
          <p:cNvSpPr/>
          <p:nvPr/>
        </p:nvSpPr>
        <p:spPr>
          <a:xfrm>
            <a:off x="2266950" y="2714625"/>
            <a:ext cx="1234249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The session clones the repo and loads CLAUDE.md.</a:t>
            </a:r>
            <a:endParaRPr lang="en-US" sz="2100" dirty="0"/>
          </a:p>
        </p:txBody>
      </p:sp>
      <p:sp>
        <p:nvSpPr>
          <p:cNvPr id="23" name="Text 20"/>
          <p:cNvSpPr/>
          <p:nvPr/>
        </p:nvSpPr>
        <p:spPr>
          <a:xfrm>
            <a:off x="1809750" y="3248025"/>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3</a:t>
            </a:r>
            <a:endParaRPr lang="en-US" sz="2250" dirty="0"/>
          </a:p>
        </p:txBody>
      </p:sp>
      <p:sp>
        <p:nvSpPr>
          <p:cNvPr id="24" name="Text 21"/>
          <p:cNvSpPr/>
          <p:nvPr/>
        </p:nvSpPr>
        <p:spPr>
          <a:xfrm>
            <a:off x="2266950" y="3267075"/>
            <a:ext cx="1234249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Send an orientation prompt before asking for any change:</a:t>
            </a:r>
            <a:endParaRPr lang="en-US" sz="2100" dirty="0"/>
          </a:p>
        </p:txBody>
      </p:sp>
      <p:sp>
        <p:nvSpPr>
          <p:cNvPr id="25" name="Shape 22"/>
          <p:cNvSpPr/>
          <p:nvPr/>
        </p:nvSpPr>
        <p:spPr>
          <a:xfrm>
            <a:off x="1809750" y="4191000"/>
            <a:ext cx="11677650" cy="1520130"/>
          </a:xfrm>
          <a:prstGeom prst="roundRect">
            <a:avLst>
              <a:gd name="adj" fmla="val 3760"/>
            </a:avLst>
          </a:prstGeom>
          <a:solidFill>
            <a:srgbClr val="F2F2F2"/>
          </a:solidFill>
          <a:ln/>
        </p:spPr>
        <p:txBody>
          <a:bodyPr/>
          <a:lstStyle/>
          <a:p>
            <a:endParaRPr lang="en-US"/>
          </a:p>
        </p:txBody>
      </p:sp>
      <p:sp>
        <p:nvSpPr>
          <p:cNvPr id="26" name="Text 23"/>
          <p:cNvSpPr/>
          <p:nvPr/>
        </p:nvSpPr>
        <p:spPr>
          <a:xfrm>
            <a:off x="2076450" y="4400550"/>
            <a:ext cx="12258675"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YOU</a:t>
            </a:r>
            <a:endParaRPr lang="en-US" sz="1800" dirty="0"/>
          </a:p>
        </p:txBody>
      </p:sp>
      <p:sp>
        <p:nvSpPr>
          <p:cNvPr id="27" name="Text 24"/>
          <p:cNvSpPr/>
          <p:nvPr/>
        </p:nvSpPr>
        <p:spPr>
          <a:xfrm>
            <a:off x="2076450" y="4781550"/>
            <a:ext cx="11478578"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Read CLAUDE.md and src/main.cpp. Summarize how ground commands are handled and list the command numbers already in use. Don’t change any files.</a:t>
            </a:r>
            <a:endParaRPr lang="en-US" sz="2100" dirty="0"/>
          </a:p>
        </p:txBody>
      </p:sp>
      <p:sp>
        <p:nvSpPr>
          <p:cNvPr id="28" name="Shape 25"/>
          <p:cNvSpPr/>
          <p:nvPr/>
        </p:nvSpPr>
        <p:spPr>
          <a:xfrm>
            <a:off x="1809750" y="6048375"/>
            <a:ext cx="11677650" cy="1880146"/>
          </a:xfrm>
          <a:prstGeom prst="roundRect">
            <a:avLst>
              <a:gd name="adj" fmla="val 3040"/>
            </a:avLst>
          </a:prstGeom>
          <a:solidFill>
            <a:srgbClr val="1E1E1E"/>
          </a:solidFill>
          <a:ln/>
        </p:spPr>
        <p:txBody>
          <a:bodyPr/>
          <a:lstStyle/>
          <a:p>
            <a:endParaRPr lang="en-US"/>
          </a:p>
        </p:txBody>
      </p:sp>
      <p:sp>
        <p:nvSpPr>
          <p:cNvPr id="29" name="Text 26"/>
          <p:cNvSpPr/>
          <p:nvPr/>
        </p:nvSpPr>
        <p:spPr>
          <a:xfrm>
            <a:off x="2076450" y="6257925"/>
            <a:ext cx="12258675"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E0A050"/>
                </a:solidFill>
                <a:latin typeface="Segoe UI" pitchFamily="34" charset="0"/>
                <a:ea typeface="Segoe UI" pitchFamily="34" charset="-122"/>
                <a:cs typeface="Segoe UI" pitchFamily="34" charset="-120"/>
              </a:rPr>
              <a:t>AGENT</a:t>
            </a:r>
            <a:endParaRPr lang="en-US" sz="1800" dirty="0"/>
          </a:p>
        </p:txBody>
      </p:sp>
      <p:sp>
        <p:nvSpPr>
          <p:cNvPr id="30" name="Text 27"/>
          <p:cNvSpPr/>
          <p:nvPr/>
        </p:nvSpPr>
        <p:spPr>
          <a:xfrm>
            <a:off x="2076450" y="6638925"/>
            <a:ext cx="11478578" cy="1118146"/>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E6E6E6"/>
                </a:solidFill>
                <a:latin typeface="Segoe UI" pitchFamily="34" charset="0"/>
                <a:ea typeface="Segoe UI" pitchFamily="34" charset="-122"/>
                <a:cs typeface="Segoe UI" pitchFamily="34" charset="-120"/>
              </a:rPr>
              <a:t>Commands arrive over XBee or USB Serial and are dispatched by a switch in process_main_menu(). Codes in use: 0–9, 98, 99. Case 1 prints the help menu. Replies go to XBee and are mirrored to Serial.</a:t>
            </a:r>
            <a:endParaRPr lang="en-US" sz="2100" dirty="0"/>
          </a:p>
        </p:txBody>
      </p:sp>
      <p:sp>
        <p:nvSpPr>
          <p:cNvPr id="31" name="Text 28"/>
          <p:cNvSpPr/>
          <p:nvPr/>
        </p:nvSpPr>
        <p:spPr>
          <a:xfrm>
            <a:off x="1809750" y="8382000"/>
            <a:ext cx="1202798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Check the summary against the code. If the agent misunderstands the code now, its changes will be wrong too.</a:t>
            </a:r>
            <a:endParaRPr lang="en-US" sz="2100" dirty="0"/>
          </a:p>
        </p:txBody>
      </p:sp>
      <p:sp>
        <p:nvSpPr>
          <p:cNvPr id="32" name="Text 29"/>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33" name="Text 30"/>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11</a:t>
            </a:r>
            <a:endParaRPr lang="en-US" sz="1800" dirty="0"/>
          </a:p>
        </p:txBody>
      </p:sp>
      <p:pic>
        <p:nvPicPr>
          <p:cNvPr id="35" name="Image 0" descr="preencoded.png">
            <a:extLst>
              <a:ext uri="{FF2B5EF4-FFF2-40B4-BE49-F238E27FC236}">
                <a16:creationId xmlns:a16="http://schemas.microsoft.com/office/drawing/2014/main" id="{8651B3E1-5AF1-47C5-3038-78268DCC656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Step 4: Plan Before Code</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479054" cy="381000"/>
          </a:xfrm>
          <a:prstGeom prst="roundRect">
            <a:avLst>
              <a:gd name="adj" fmla="val 10000"/>
            </a:avLst>
          </a:prstGeom>
          <a:solidFill>
            <a:srgbClr val="D97D0D"/>
          </a:solidFill>
          <a:ln/>
        </p:spPr>
        <p:txBody>
          <a:bodyPr/>
          <a:lstStyle/>
          <a:p>
            <a:endParaRPr lang="en-US"/>
          </a:p>
        </p:txBody>
      </p:sp>
      <p:sp>
        <p:nvSpPr>
          <p:cNvPr id="18" name="Text 15"/>
          <p:cNvSpPr/>
          <p:nvPr/>
        </p:nvSpPr>
        <p:spPr>
          <a:xfrm>
            <a:off x="1943100" y="1562100"/>
            <a:ext cx="1288554"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GENERATE</a:t>
            </a:r>
            <a:endParaRPr lang="en-US" sz="1800" dirty="0"/>
          </a:p>
        </p:txBody>
      </p:sp>
      <p:sp>
        <p:nvSpPr>
          <p:cNvPr id="19" name="Shape 16"/>
          <p:cNvSpPr/>
          <p:nvPr/>
        </p:nvSpPr>
        <p:spPr>
          <a:xfrm>
            <a:off x="1809750" y="2095500"/>
            <a:ext cx="5715000" cy="4752380"/>
          </a:xfrm>
          <a:prstGeom prst="roundRect">
            <a:avLst>
              <a:gd name="adj" fmla="val 1203"/>
            </a:avLst>
          </a:prstGeom>
          <a:solidFill>
            <a:srgbClr val="F2F2F2"/>
          </a:solidFill>
          <a:ln/>
        </p:spPr>
        <p:txBody>
          <a:bodyPr/>
          <a:lstStyle/>
          <a:p>
            <a:endParaRPr lang="en-US"/>
          </a:p>
        </p:txBody>
      </p:sp>
      <p:sp>
        <p:nvSpPr>
          <p:cNvPr id="20" name="Text 17"/>
          <p:cNvSpPr/>
          <p:nvPr/>
        </p:nvSpPr>
        <p:spPr>
          <a:xfrm>
            <a:off x="2057400" y="2305050"/>
            <a:ext cx="5741670"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YOU</a:t>
            </a:r>
            <a:endParaRPr lang="en-US" sz="1800" dirty="0"/>
          </a:p>
        </p:txBody>
      </p:sp>
      <p:sp>
        <p:nvSpPr>
          <p:cNvPr id="21" name="Text 18"/>
          <p:cNvSpPr/>
          <p:nvPr/>
        </p:nvSpPr>
        <p:spPr>
          <a:xfrm>
            <a:off x="2057400" y="2724150"/>
            <a:ext cx="5376291" cy="706636"/>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Add ground command 10 that replies with one telemetry line:</a:t>
            </a:r>
            <a:endParaRPr lang="en-US" sz="1950" dirty="0"/>
          </a:p>
        </p:txBody>
      </p:sp>
      <p:sp>
        <p:nvSpPr>
          <p:cNvPr id="22" name="Text 19"/>
          <p:cNvSpPr/>
          <p:nvPr/>
        </p:nvSpPr>
        <p:spPr>
          <a:xfrm>
            <a:off x="2057400" y="3506986"/>
            <a:ext cx="5376291" cy="632222"/>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800" dirty="0">
                <a:solidFill>
                  <a:srgbClr val="000000"/>
                </a:solidFill>
                <a:latin typeface="Cascadia Mono" pitchFamily="34" charset="0"/>
                <a:ea typeface="Cascadia Mono" pitchFamily="34" charset="-122"/>
                <a:cs typeface="Cascadia Mono" pitchFamily="34" charset="-120"/>
              </a:rPr>
              <a:t>V:&lt;volts&gt;,SOC:&lt;pct&gt;,gZ:&lt;dps&gt;, mX:&lt;uT&gt;,mY:&lt;uT&gt;</a:t>
            </a:r>
            <a:endParaRPr lang="en-US" sz="1800" dirty="0"/>
          </a:p>
        </p:txBody>
      </p:sp>
      <p:sp>
        <p:nvSpPr>
          <p:cNvPr id="23" name="Text 20"/>
          <p:cNvSpPr/>
          <p:nvPr/>
        </p:nvSpPr>
        <p:spPr>
          <a:xfrm>
            <a:off x="2057400" y="4215408"/>
            <a:ext cx="5376291" cy="1040904"/>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Send it over XBee and mirror it to Serial. Add it to the help menu. Use the existing lipo and imu_sensor objects; no new libraries.</a:t>
            </a:r>
            <a:endParaRPr lang="en-US" sz="1950" dirty="0"/>
          </a:p>
        </p:txBody>
      </p:sp>
      <p:sp>
        <p:nvSpPr>
          <p:cNvPr id="24" name="Text 21"/>
          <p:cNvSpPr/>
          <p:nvPr/>
        </p:nvSpPr>
        <p:spPr>
          <a:xfrm>
            <a:off x="2057400" y="5332512"/>
            <a:ext cx="5376291" cy="1040904"/>
          </a:xfrm>
          <a:prstGeom prst="rect">
            <a:avLst/>
          </a:prstGeom>
          <a:noFill/>
          <a:ln/>
        </p:spPr>
        <p:txBody>
          <a:bodyPr wrap="square" lIns="25400" tIns="25400" rIns="25400" bIns="25400" rtlCol="0" anchor="t">
            <a:normAutofit/>
          </a:bodyPr>
          <a:lstStyle/>
          <a:p>
            <a:pPr marL="0" indent="0" algn="l">
              <a:lnSpc>
                <a:spcPct val="100286"/>
              </a:lnSpc>
              <a:buNone/>
            </a:pPr>
            <a:r>
              <a:rPr lang="en-US" sz="1950" b="1" dirty="0">
                <a:solidFill>
                  <a:srgbClr val="000000"/>
                </a:solidFill>
                <a:latin typeface="Segoe UI" pitchFamily="34" charset="0"/>
                <a:ea typeface="Segoe UI" pitchFamily="34" charset="-122"/>
                <a:cs typeface="Segoe UI" pitchFamily="34" charset="-120"/>
              </a:rPr>
              <a:t>Don’t write code yet. Give me a plan: files and functions you’ll change, and any questions.</a:t>
            </a:r>
            <a:endParaRPr lang="en-US" sz="1950" dirty="0"/>
          </a:p>
        </p:txBody>
      </p:sp>
      <p:sp>
        <p:nvSpPr>
          <p:cNvPr id="25" name="Shape 22"/>
          <p:cNvSpPr/>
          <p:nvPr/>
        </p:nvSpPr>
        <p:spPr>
          <a:xfrm>
            <a:off x="7772400" y="2095500"/>
            <a:ext cx="5715000" cy="4752380"/>
          </a:xfrm>
          <a:prstGeom prst="roundRect">
            <a:avLst>
              <a:gd name="adj" fmla="val 1203"/>
            </a:avLst>
          </a:prstGeom>
          <a:solidFill>
            <a:srgbClr val="1E1E1E"/>
          </a:solidFill>
          <a:ln/>
        </p:spPr>
        <p:txBody>
          <a:bodyPr/>
          <a:lstStyle/>
          <a:p>
            <a:endParaRPr lang="en-US"/>
          </a:p>
        </p:txBody>
      </p:sp>
      <p:sp>
        <p:nvSpPr>
          <p:cNvPr id="26" name="Text 23"/>
          <p:cNvSpPr/>
          <p:nvPr/>
        </p:nvSpPr>
        <p:spPr>
          <a:xfrm>
            <a:off x="8020050" y="2305050"/>
            <a:ext cx="5741670"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E0A050"/>
                </a:solidFill>
                <a:latin typeface="Segoe UI" pitchFamily="34" charset="0"/>
                <a:ea typeface="Segoe UI" pitchFamily="34" charset="-122"/>
                <a:cs typeface="Segoe UI" pitchFamily="34" charset="-120"/>
              </a:rPr>
              <a:t>AGENT</a:t>
            </a:r>
            <a:endParaRPr lang="en-US" sz="1800" dirty="0"/>
          </a:p>
        </p:txBody>
      </p:sp>
      <p:sp>
        <p:nvSpPr>
          <p:cNvPr id="27" name="Text 24"/>
          <p:cNvSpPr/>
          <p:nvPr/>
        </p:nvSpPr>
        <p:spPr>
          <a:xfrm>
            <a:off x="8020050" y="2724150"/>
            <a:ext cx="5741670"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E6E6E6"/>
                </a:solidFill>
                <a:latin typeface="Segoe UI" pitchFamily="34" charset="0"/>
                <a:ea typeface="Segoe UI" pitchFamily="34" charset="-122"/>
                <a:cs typeface="Segoe UI" pitchFamily="34" charset="-120"/>
              </a:rPr>
              <a:t>Plan (src/main.cpp only):</a:t>
            </a:r>
            <a:endParaRPr lang="en-US" sz="1950" dirty="0"/>
          </a:p>
        </p:txBody>
      </p:sp>
      <p:sp>
        <p:nvSpPr>
          <p:cNvPr id="28" name="Text 25"/>
          <p:cNvSpPr/>
          <p:nvPr/>
        </p:nvSpPr>
        <p:spPr>
          <a:xfrm>
            <a:off x="8020050" y="3172718"/>
            <a:ext cx="5741670"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E6E6E6"/>
                </a:solidFill>
                <a:latin typeface="Segoe UI" pitchFamily="34" charset="0"/>
                <a:ea typeface="Segoe UI" pitchFamily="34" charset="-122"/>
                <a:cs typeface="Segoe UI" pitchFamily="34" charset="-120"/>
              </a:rPr>
              <a:t>1. Add prototype send_state_telemetry().</a:t>
            </a:r>
            <a:endParaRPr lang="en-US" sz="1950" dirty="0"/>
          </a:p>
        </p:txBody>
      </p:sp>
      <p:sp>
        <p:nvSpPr>
          <p:cNvPr id="29" name="Text 26"/>
          <p:cNvSpPr/>
          <p:nvPr/>
        </p:nvSpPr>
        <p:spPr>
          <a:xfrm>
            <a:off x="8020050" y="3621286"/>
            <a:ext cx="5741670"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E6E6E6"/>
                </a:solidFill>
                <a:latin typeface="Segoe UI" pitchFamily="34" charset="0"/>
                <a:ea typeface="Segoe UI" pitchFamily="34" charset="-122"/>
                <a:cs typeface="Segoe UI" pitchFamily="34" charset="-120"/>
              </a:rPr>
              <a:t>2. Add case 10 to process_main_menu().</a:t>
            </a:r>
            <a:endParaRPr lang="en-US" sz="1950" dirty="0"/>
          </a:p>
        </p:txBody>
      </p:sp>
      <p:sp>
        <p:nvSpPr>
          <p:cNvPr id="30" name="Text 27"/>
          <p:cNvSpPr/>
          <p:nvPr/>
        </p:nvSpPr>
        <p:spPr>
          <a:xfrm>
            <a:off x="8020050" y="4069854"/>
            <a:ext cx="5376291" cy="1040904"/>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E6E6E6"/>
                </a:solidFill>
                <a:latin typeface="Segoe UI" pitchFamily="34" charset="0"/>
                <a:ea typeface="Segoe UI" pitchFamily="34" charset="-122"/>
                <a:cs typeface="Segoe UI" pitchFamily="34" charset="-120"/>
              </a:rPr>
              <a:t>3. New function: call getAGMT(), read voltage, SOC, gyrZ, magX, magY; send one line to Xbee and Serial.</a:t>
            </a:r>
            <a:endParaRPr lang="en-US" sz="1950" dirty="0"/>
          </a:p>
        </p:txBody>
      </p:sp>
      <p:sp>
        <p:nvSpPr>
          <p:cNvPr id="31" name="Text 28"/>
          <p:cNvSpPr/>
          <p:nvPr/>
        </p:nvSpPr>
        <p:spPr>
          <a:xfrm>
            <a:off x="8020050" y="5186958"/>
            <a:ext cx="5376291" cy="706636"/>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E6E6E6"/>
                </a:solidFill>
                <a:latin typeface="Segoe UI" pitchFamily="34" charset="0"/>
                <a:ea typeface="Segoe UI" pitchFamily="34" charset="-122"/>
                <a:cs typeface="Segoe UI" pitchFamily="34" charset="-120"/>
              </a:rPr>
              <a:t>4. Add “10 - State telemetry” to the case 1 menu.</a:t>
            </a:r>
            <a:endParaRPr lang="en-US" sz="1950" dirty="0"/>
          </a:p>
        </p:txBody>
      </p:sp>
      <p:sp>
        <p:nvSpPr>
          <p:cNvPr id="32" name="Text 29"/>
          <p:cNvSpPr/>
          <p:nvPr/>
        </p:nvSpPr>
        <p:spPr>
          <a:xfrm>
            <a:off x="8020050" y="5969794"/>
            <a:ext cx="5376291" cy="706636"/>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E0A050"/>
                </a:solidFill>
                <a:latin typeface="Segoe UI" pitchFamily="34" charset="0"/>
                <a:ea typeface="Segoe UI" pitchFamily="34" charset="-122"/>
                <a:cs typeface="Segoe UI" pitchFamily="34" charset="-120"/>
              </a:rPr>
              <a:t>Question: should gZ use the same units and sign as lab6_run_test()?</a:t>
            </a:r>
            <a:endParaRPr lang="en-US" sz="1950" dirty="0"/>
          </a:p>
        </p:txBody>
      </p:sp>
      <p:sp>
        <p:nvSpPr>
          <p:cNvPr id="33" name="Shape 30"/>
          <p:cNvSpPr/>
          <p:nvPr/>
        </p:nvSpPr>
        <p:spPr>
          <a:xfrm>
            <a:off x="1809750" y="7620000"/>
            <a:ext cx="11677650" cy="639068"/>
          </a:xfrm>
          <a:prstGeom prst="roundRect">
            <a:avLst>
              <a:gd name="adj" fmla="val 8943"/>
            </a:avLst>
          </a:prstGeom>
          <a:solidFill>
            <a:srgbClr val="F2F2F2"/>
          </a:solidFill>
          <a:ln/>
        </p:spPr>
        <p:txBody>
          <a:bodyPr/>
          <a:lstStyle/>
          <a:p>
            <a:endParaRPr lang="en-US"/>
          </a:p>
        </p:txBody>
      </p:sp>
      <p:sp>
        <p:nvSpPr>
          <p:cNvPr id="34" name="Text 31"/>
          <p:cNvSpPr/>
          <p:nvPr/>
        </p:nvSpPr>
        <p:spPr>
          <a:xfrm>
            <a:off x="2057400" y="7791450"/>
            <a:ext cx="576560"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YOU</a:t>
            </a:r>
            <a:endParaRPr lang="en-US" sz="1800" dirty="0"/>
          </a:p>
        </p:txBody>
      </p:sp>
      <p:sp>
        <p:nvSpPr>
          <p:cNvPr id="35" name="Text 32"/>
          <p:cNvSpPr/>
          <p:nvPr/>
        </p:nvSpPr>
        <p:spPr>
          <a:xfrm>
            <a:off x="2748260" y="7772400"/>
            <a:ext cx="7684591"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Plan approved. Match lab6_run_test(). Implement it and commit.</a:t>
            </a:r>
            <a:endParaRPr lang="en-US" sz="1950" dirty="0"/>
          </a:p>
        </p:txBody>
      </p:sp>
      <p:sp>
        <p:nvSpPr>
          <p:cNvPr id="36" name="Text 33"/>
          <p:cNvSpPr/>
          <p:nvPr/>
        </p:nvSpPr>
        <p:spPr>
          <a:xfrm>
            <a:off x="1809750" y="8572500"/>
            <a:ext cx="12845415"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404040"/>
                </a:solidFill>
                <a:latin typeface="Segoe UI" pitchFamily="34" charset="0"/>
                <a:ea typeface="Segoe UI" pitchFamily="34" charset="-122"/>
                <a:cs typeface="Segoe UI" pitchFamily="34" charset="-120"/>
              </a:rPr>
              <a:t>Check the plan for: expected files only · real library functions · questions answered by you, not guessed.</a:t>
            </a:r>
            <a:endParaRPr lang="en-US" sz="1950" dirty="0"/>
          </a:p>
        </p:txBody>
      </p:sp>
      <p:sp>
        <p:nvSpPr>
          <p:cNvPr id="37" name="Text 34"/>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38" name="Text 35"/>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12</a:t>
            </a:r>
            <a:endParaRPr lang="en-US" sz="1800" dirty="0"/>
          </a:p>
        </p:txBody>
      </p:sp>
      <p:pic>
        <p:nvPicPr>
          <p:cNvPr id="40" name="Image 0" descr="preencoded.png">
            <a:extLst>
              <a:ext uri="{FF2B5EF4-FFF2-40B4-BE49-F238E27FC236}">
                <a16:creationId xmlns:a16="http://schemas.microsoft.com/office/drawing/2014/main" id="{2B6E4213-1DEA-A482-6A3A-9AA8CF67FA6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Step 4: Review the Commit</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479054" cy="381000"/>
          </a:xfrm>
          <a:prstGeom prst="roundRect">
            <a:avLst>
              <a:gd name="adj" fmla="val 10000"/>
            </a:avLst>
          </a:prstGeom>
          <a:solidFill>
            <a:srgbClr val="D97D0D"/>
          </a:solidFill>
          <a:ln/>
        </p:spPr>
        <p:txBody>
          <a:bodyPr/>
          <a:lstStyle/>
          <a:p>
            <a:endParaRPr lang="en-US"/>
          </a:p>
        </p:txBody>
      </p:sp>
      <p:sp>
        <p:nvSpPr>
          <p:cNvPr id="18" name="Text 15"/>
          <p:cNvSpPr/>
          <p:nvPr/>
        </p:nvSpPr>
        <p:spPr>
          <a:xfrm>
            <a:off x="1943100" y="1562100"/>
            <a:ext cx="1288554"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GENERATE</a:t>
            </a:r>
            <a:endParaRPr lang="en-US" sz="1800" dirty="0"/>
          </a:p>
        </p:txBody>
      </p:sp>
      <p:sp>
        <p:nvSpPr>
          <p:cNvPr id="19" name="Shape 16"/>
          <p:cNvSpPr/>
          <p:nvPr/>
        </p:nvSpPr>
        <p:spPr>
          <a:xfrm>
            <a:off x="1809750" y="2095500"/>
            <a:ext cx="7429500" cy="6398419"/>
          </a:xfrm>
          <a:prstGeom prst="roundRect">
            <a:avLst>
              <a:gd name="adj" fmla="val 893"/>
            </a:avLst>
          </a:prstGeom>
          <a:solidFill>
            <a:srgbClr val="1E1E1E"/>
          </a:solidFill>
          <a:ln/>
        </p:spPr>
        <p:txBody>
          <a:bodyPr/>
          <a:lstStyle/>
          <a:p>
            <a:endParaRPr lang="en-US"/>
          </a:p>
        </p:txBody>
      </p:sp>
      <p:sp>
        <p:nvSpPr>
          <p:cNvPr id="20" name="Text 17"/>
          <p:cNvSpPr/>
          <p:nvPr/>
        </p:nvSpPr>
        <p:spPr>
          <a:xfrm>
            <a:off x="2038350" y="2266950"/>
            <a:ext cx="7195185" cy="335161"/>
          </a:xfrm>
          <a:prstGeom prst="rect">
            <a:avLst/>
          </a:prstGeom>
          <a:noFill/>
          <a:ln/>
        </p:spPr>
        <p:txBody>
          <a:bodyPr wrap="none" lIns="25400" tIns="25400" rIns="25400" bIns="25400" rtlCol="0" anchor="t">
            <a:normAutofit/>
          </a:bodyPr>
          <a:lstStyle/>
          <a:p>
            <a:pPr marL="0" indent="0" algn="l">
              <a:lnSpc>
                <a:spcPct val="97500"/>
              </a:lnSpc>
              <a:buNone/>
            </a:pPr>
            <a:r>
              <a:rPr lang="en-US" sz="1800" dirty="0">
                <a:solidFill>
                  <a:srgbClr val="9CDCFE"/>
                </a:solidFill>
                <a:latin typeface="Segoe UI" pitchFamily="34" charset="0"/>
                <a:ea typeface="Segoe UI" pitchFamily="34" charset="-122"/>
                <a:cs typeface="Segoe UI" pitchFamily="34" charset="-120"/>
              </a:rPr>
              <a:t>claude/ground-cmd-10 · src/main.cpp   </a:t>
            </a:r>
            <a:r>
              <a:rPr lang="en-US" sz="1800" dirty="0">
                <a:solidFill>
                  <a:srgbClr val="7EE787"/>
                </a:solidFill>
                <a:latin typeface="Segoe UI" pitchFamily="34" charset="0"/>
                <a:ea typeface="Segoe UI" pitchFamily="34" charset="-122"/>
                <a:cs typeface="Segoe UI" pitchFamily="34" charset="-120"/>
              </a:rPr>
              <a:t>+17</a:t>
            </a:r>
            <a:r>
              <a:rPr lang="en-US" sz="1800" dirty="0">
                <a:solidFill>
                  <a:srgbClr val="9CDCFE"/>
                </a:solidFill>
                <a:latin typeface="Segoe UI" pitchFamily="34" charset="0"/>
                <a:ea typeface="Segoe UI" pitchFamily="34" charset="-122"/>
                <a:cs typeface="Segoe UI" pitchFamily="34" charset="-120"/>
              </a:rPr>
              <a:t> </a:t>
            </a:r>
            <a:r>
              <a:rPr lang="en-US" sz="1800" dirty="0">
                <a:solidFill>
                  <a:srgbClr val="FF7B72"/>
                </a:solidFill>
                <a:latin typeface="Segoe UI" pitchFamily="34" charset="0"/>
                <a:ea typeface="Segoe UI" pitchFamily="34" charset="-122"/>
                <a:cs typeface="Segoe UI" pitchFamily="34" charset="-120"/>
              </a:rPr>
              <a:t>−0</a:t>
            </a:r>
            <a:endParaRPr lang="en-US" sz="1800" dirty="0"/>
          </a:p>
        </p:txBody>
      </p:sp>
      <p:sp>
        <p:nvSpPr>
          <p:cNvPr id="21" name="Text 18"/>
          <p:cNvSpPr/>
          <p:nvPr/>
        </p:nvSpPr>
        <p:spPr>
          <a:xfrm>
            <a:off x="2038350" y="2678311"/>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808080"/>
                </a:solidFill>
                <a:latin typeface="Cascadia Mono" pitchFamily="34" charset="0"/>
                <a:ea typeface="Cascadia Mono" pitchFamily="34" charset="-122"/>
                <a:cs typeface="Cascadia Mono" pitchFamily="34" charset="-120"/>
              </a:rPr>
              <a:t>@@ process_main_menu(), case 1 @@</a:t>
            </a:r>
            <a:endParaRPr lang="en-US" sz="1800" dirty="0"/>
          </a:p>
        </p:txBody>
      </p:sp>
      <p:sp>
        <p:nvSpPr>
          <p:cNvPr id="22" name="Text 19"/>
          <p:cNvSpPr/>
          <p:nvPr/>
        </p:nvSpPr>
        <p:spPr>
          <a:xfrm>
            <a:off x="2038350" y="2975372"/>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D4D4D4"/>
                </a:solidFill>
                <a:latin typeface="Cascadia Mono" pitchFamily="34" charset="0"/>
                <a:ea typeface="Cascadia Mono" pitchFamily="34" charset="-122"/>
                <a:cs typeface="Cascadia Mono" pitchFamily="34" charset="-120"/>
              </a:rPr>
              <a:t>   Xbee.print("9 - Stream RW speed\n");</a:t>
            </a:r>
            <a:endParaRPr lang="en-US" sz="1800" dirty="0"/>
          </a:p>
        </p:txBody>
      </p:sp>
      <p:sp>
        <p:nvSpPr>
          <p:cNvPr id="23" name="Shape 20"/>
          <p:cNvSpPr/>
          <p:nvPr/>
        </p:nvSpPr>
        <p:spPr>
          <a:xfrm>
            <a:off x="1809750" y="3272433"/>
            <a:ext cx="7429500" cy="297061"/>
          </a:xfrm>
          <a:prstGeom prst="rect">
            <a:avLst/>
          </a:prstGeom>
          <a:solidFill>
            <a:srgbClr val="2EA043">
              <a:alpha val="25000"/>
            </a:srgbClr>
          </a:solidFill>
          <a:ln/>
        </p:spPr>
        <p:txBody>
          <a:bodyPr/>
          <a:lstStyle/>
          <a:p>
            <a:endParaRPr lang="en-US"/>
          </a:p>
        </p:txBody>
      </p:sp>
      <p:sp>
        <p:nvSpPr>
          <p:cNvPr id="24" name="Text 21"/>
          <p:cNvSpPr/>
          <p:nvPr/>
        </p:nvSpPr>
        <p:spPr>
          <a:xfrm>
            <a:off x="2038350" y="3272433"/>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Xbee.print("10 - State telemetry\n");</a:t>
            </a:r>
            <a:endParaRPr lang="en-US" sz="1800" dirty="0"/>
          </a:p>
        </p:txBody>
      </p:sp>
      <p:sp>
        <p:nvSpPr>
          <p:cNvPr id="25" name="Text 22"/>
          <p:cNvSpPr/>
          <p:nvPr/>
        </p:nvSpPr>
        <p:spPr>
          <a:xfrm>
            <a:off x="2038350" y="3569494"/>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808080"/>
                </a:solidFill>
                <a:latin typeface="Cascadia Mono" pitchFamily="34" charset="0"/>
                <a:ea typeface="Cascadia Mono" pitchFamily="34" charset="-122"/>
                <a:cs typeface="Cascadia Mono" pitchFamily="34" charset="-120"/>
              </a:rPr>
              <a:t>@@ process_main_menu() @@</a:t>
            </a:r>
            <a:endParaRPr lang="en-US" sz="1800" dirty="0"/>
          </a:p>
        </p:txBody>
      </p:sp>
      <p:sp>
        <p:nvSpPr>
          <p:cNvPr id="26" name="Text 23"/>
          <p:cNvSpPr/>
          <p:nvPr/>
        </p:nvSpPr>
        <p:spPr>
          <a:xfrm>
            <a:off x="2038350" y="3866555"/>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D4D4D4"/>
                </a:solidFill>
                <a:latin typeface="Cascadia Mono" pitchFamily="34" charset="0"/>
                <a:ea typeface="Cascadia Mono" pitchFamily="34" charset="-122"/>
                <a:cs typeface="Cascadia Mono" pitchFamily="34" charset="-120"/>
              </a:rPr>
              <a:t>   case 9:  stream_RWspeed(); break;</a:t>
            </a:r>
            <a:endParaRPr lang="en-US" sz="1800" dirty="0"/>
          </a:p>
        </p:txBody>
      </p:sp>
      <p:sp>
        <p:nvSpPr>
          <p:cNvPr id="27" name="Shape 24"/>
          <p:cNvSpPr/>
          <p:nvPr/>
        </p:nvSpPr>
        <p:spPr>
          <a:xfrm>
            <a:off x="1809750" y="4163616"/>
            <a:ext cx="7429500" cy="297061"/>
          </a:xfrm>
          <a:prstGeom prst="rect">
            <a:avLst/>
          </a:prstGeom>
          <a:solidFill>
            <a:srgbClr val="2EA043">
              <a:alpha val="25000"/>
            </a:srgbClr>
          </a:solidFill>
          <a:ln/>
        </p:spPr>
        <p:txBody>
          <a:bodyPr/>
          <a:lstStyle/>
          <a:p>
            <a:endParaRPr lang="en-US"/>
          </a:p>
        </p:txBody>
      </p:sp>
      <p:sp>
        <p:nvSpPr>
          <p:cNvPr id="28" name="Text 25"/>
          <p:cNvSpPr/>
          <p:nvPr/>
        </p:nvSpPr>
        <p:spPr>
          <a:xfrm>
            <a:off x="2038350" y="4163616"/>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case 10:</a:t>
            </a:r>
            <a:endParaRPr lang="en-US" sz="1800" dirty="0"/>
          </a:p>
        </p:txBody>
      </p:sp>
      <p:sp>
        <p:nvSpPr>
          <p:cNvPr id="29" name="Shape 26"/>
          <p:cNvSpPr/>
          <p:nvPr/>
        </p:nvSpPr>
        <p:spPr>
          <a:xfrm>
            <a:off x="1809750" y="4460677"/>
            <a:ext cx="7429500" cy="297061"/>
          </a:xfrm>
          <a:prstGeom prst="rect">
            <a:avLst/>
          </a:prstGeom>
          <a:solidFill>
            <a:srgbClr val="2EA043">
              <a:alpha val="25000"/>
            </a:srgbClr>
          </a:solidFill>
          <a:ln/>
        </p:spPr>
        <p:txBody>
          <a:bodyPr/>
          <a:lstStyle/>
          <a:p>
            <a:endParaRPr lang="en-US"/>
          </a:p>
        </p:txBody>
      </p:sp>
      <p:sp>
        <p:nvSpPr>
          <p:cNvPr id="30" name="Text 27"/>
          <p:cNvSpPr/>
          <p:nvPr/>
        </p:nvSpPr>
        <p:spPr>
          <a:xfrm>
            <a:off x="2038350" y="4460677"/>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send_state_telemetry();</a:t>
            </a:r>
            <a:endParaRPr lang="en-US" sz="1800" dirty="0"/>
          </a:p>
        </p:txBody>
      </p:sp>
      <p:sp>
        <p:nvSpPr>
          <p:cNvPr id="31" name="Shape 28"/>
          <p:cNvSpPr/>
          <p:nvPr/>
        </p:nvSpPr>
        <p:spPr>
          <a:xfrm>
            <a:off x="1809750" y="4757738"/>
            <a:ext cx="7429500" cy="297061"/>
          </a:xfrm>
          <a:prstGeom prst="rect">
            <a:avLst/>
          </a:prstGeom>
          <a:solidFill>
            <a:srgbClr val="2EA043">
              <a:alpha val="25000"/>
            </a:srgbClr>
          </a:solidFill>
          <a:ln/>
        </p:spPr>
        <p:txBody>
          <a:bodyPr/>
          <a:lstStyle/>
          <a:p>
            <a:endParaRPr lang="en-US"/>
          </a:p>
        </p:txBody>
      </p:sp>
      <p:sp>
        <p:nvSpPr>
          <p:cNvPr id="32" name="Text 29"/>
          <p:cNvSpPr/>
          <p:nvPr/>
        </p:nvSpPr>
        <p:spPr>
          <a:xfrm>
            <a:off x="2038350" y="4757738"/>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break;</a:t>
            </a:r>
            <a:endParaRPr lang="en-US" sz="1800" dirty="0"/>
          </a:p>
        </p:txBody>
      </p:sp>
      <p:sp>
        <p:nvSpPr>
          <p:cNvPr id="33" name="Text 30"/>
          <p:cNvSpPr/>
          <p:nvPr/>
        </p:nvSpPr>
        <p:spPr>
          <a:xfrm>
            <a:off x="2038350" y="5054798"/>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808080"/>
                </a:solidFill>
                <a:latin typeface="Cascadia Mono" pitchFamily="34" charset="0"/>
                <a:ea typeface="Cascadia Mono" pitchFamily="34" charset="-122"/>
                <a:cs typeface="Cascadia Mono" pitchFamily="34" charset="-120"/>
              </a:rPr>
              <a:t>@@ new function @@</a:t>
            </a:r>
            <a:endParaRPr lang="en-US" sz="1800" dirty="0"/>
          </a:p>
        </p:txBody>
      </p:sp>
      <p:sp>
        <p:nvSpPr>
          <p:cNvPr id="34" name="Shape 31"/>
          <p:cNvSpPr/>
          <p:nvPr/>
        </p:nvSpPr>
        <p:spPr>
          <a:xfrm>
            <a:off x="1809750" y="5351859"/>
            <a:ext cx="7429500" cy="297061"/>
          </a:xfrm>
          <a:prstGeom prst="rect">
            <a:avLst/>
          </a:prstGeom>
          <a:solidFill>
            <a:srgbClr val="2EA043">
              <a:alpha val="25000"/>
            </a:srgbClr>
          </a:solidFill>
          <a:ln/>
        </p:spPr>
        <p:txBody>
          <a:bodyPr/>
          <a:lstStyle/>
          <a:p>
            <a:endParaRPr lang="en-US"/>
          </a:p>
        </p:txBody>
      </p:sp>
      <p:sp>
        <p:nvSpPr>
          <p:cNvPr id="35" name="Text 32"/>
          <p:cNvSpPr/>
          <p:nvPr/>
        </p:nvSpPr>
        <p:spPr>
          <a:xfrm>
            <a:off x="2038350" y="5351859"/>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+void send_state_telemetry() {</a:t>
            </a:r>
            <a:endParaRPr lang="en-US" sz="1800" dirty="0"/>
          </a:p>
        </p:txBody>
      </p:sp>
      <p:sp>
        <p:nvSpPr>
          <p:cNvPr id="36" name="Shape 33"/>
          <p:cNvSpPr/>
          <p:nvPr/>
        </p:nvSpPr>
        <p:spPr>
          <a:xfrm>
            <a:off x="1809750" y="5648920"/>
            <a:ext cx="7429500" cy="297061"/>
          </a:xfrm>
          <a:prstGeom prst="rect">
            <a:avLst/>
          </a:prstGeom>
          <a:solidFill>
            <a:srgbClr val="2EA043">
              <a:alpha val="25000"/>
            </a:srgbClr>
          </a:solidFill>
          <a:ln/>
        </p:spPr>
        <p:txBody>
          <a:bodyPr/>
          <a:lstStyle/>
          <a:p>
            <a:endParaRPr lang="en-US"/>
          </a:p>
        </p:txBody>
      </p:sp>
      <p:sp>
        <p:nvSpPr>
          <p:cNvPr id="37" name="Text 34"/>
          <p:cNvSpPr/>
          <p:nvPr/>
        </p:nvSpPr>
        <p:spPr>
          <a:xfrm>
            <a:off x="2038350" y="5648920"/>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imu_sensor.getAGMT();</a:t>
            </a:r>
            <a:endParaRPr lang="en-US" sz="1800" dirty="0"/>
          </a:p>
        </p:txBody>
      </p:sp>
      <p:sp>
        <p:nvSpPr>
          <p:cNvPr id="38" name="Shape 35"/>
          <p:cNvSpPr/>
          <p:nvPr/>
        </p:nvSpPr>
        <p:spPr>
          <a:xfrm>
            <a:off x="1809750" y="5945981"/>
            <a:ext cx="7429500" cy="297061"/>
          </a:xfrm>
          <a:prstGeom prst="rect">
            <a:avLst/>
          </a:prstGeom>
          <a:solidFill>
            <a:srgbClr val="2EA043">
              <a:alpha val="25000"/>
            </a:srgbClr>
          </a:solidFill>
          <a:ln/>
        </p:spPr>
        <p:txBody>
          <a:bodyPr/>
          <a:lstStyle/>
          <a:p>
            <a:endParaRPr lang="en-US"/>
          </a:p>
        </p:txBody>
      </p:sp>
      <p:sp>
        <p:nvSpPr>
          <p:cNvPr id="39" name="Text 36"/>
          <p:cNvSpPr/>
          <p:nvPr/>
        </p:nvSpPr>
        <p:spPr>
          <a:xfrm>
            <a:off x="2038350" y="5945981"/>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String s = "V:" + String(lipo.getVoltage(), 3)</a:t>
            </a:r>
            <a:endParaRPr lang="en-US" sz="1800" dirty="0"/>
          </a:p>
        </p:txBody>
      </p:sp>
      <p:sp>
        <p:nvSpPr>
          <p:cNvPr id="40" name="Shape 37"/>
          <p:cNvSpPr/>
          <p:nvPr/>
        </p:nvSpPr>
        <p:spPr>
          <a:xfrm>
            <a:off x="1809750" y="6243042"/>
            <a:ext cx="7429500" cy="297061"/>
          </a:xfrm>
          <a:prstGeom prst="rect">
            <a:avLst/>
          </a:prstGeom>
          <a:solidFill>
            <a:srgbClr val="2EA043">
              <a:alpha val="25000"/>
            </a:srgbClr>
          </a:solidFill>
          <a:ln/>
        </p:spPr>
        <p:txBody>
          <a:bodyPr/>
          <a:lstStyle/>
          <a:p>
            <a:endParaRPr lang="en-US"/>
          </a:p>
        </p:txBody>
      </p:sp>
      <p:sp>
        <p:nvSpPr>
          <p:cNvPr id="41" name="Text 38"/>
          <p:cNvSpPr/>
          <p:nvPr/>
        </p:nvSpPr>
        <p:spPr>
          <a:xfrm>
            <a:off x="2038350" y="6243042"/>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 ",SOC:" + String(lipo.getSOC(), 1)</a:t>
            </a:r>
            <a:endParaRPr lang="en-US" sz="1800" dirty="0"/>
          </a:p>
        </p:txBody>
      </p:sp>
      <p:sp>
        <p:nvSpPr>
          <p:cNvPr id="42" name="Shape 39"/>
          <p:cNvSpPr/>
          <p:nvPr/>
        </p:nvSpPr>
        <p:spPr>
          <a:xfrm>
            <a:off x="1809750" y="6540103"/>
            <a:ext cx="7429500" cy="297061"/>
          </a:xfrm>
          <a:prstGeom prst="rect">
            <a:avLst/>
          </a:prstGeom>
          <a:solidFill>
            <a:srgbClr val="2EA043">
              <a:alpha val="25000"/>
            </a:srgbClr>
          </a:solidFill>
          <a:ln/>
        </p:spPr>
        <p:txBody>
          <a:bodyPr/>
          <a:lstStyle/>
          <a:p>
            <a:endParaRPr lang="en-US"/>
          </a:p>
        </p:txBody>
      </p:sp>
      <p:sp>
        <p:nvSpPr>
          <p:cNvPr id="43" name="Text 40"/>
          <p:cNvSpPr/>
          <p:nvPr/>
        </p:nvSpPr>
        <p:spPr>
          <a:xfrm>
            <a:off x="2038350" y="6540103"/>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 ",gZ:" + String(imu_sensor.gyrZ(), 2)</a:t>
            </a:r>
            <a:endParaRPr lang="en-US" sz="1800" dirty="0"/>
          </a:p>
        </p:txBody>
      </p:sp>
      <p:sp>
        <p:nvSpPr>
          <p:cNvPr id="44" name="Shape 41"/>
          <p:cNvSpPr/>
          <p:nvPr/>
        </p:nvSpPr>
        <p:spPr>
          <a:xfrm>
            <a:off x="1809750" y="6837164"/>
            <a:ext cx="7429500" cy="297061"/>
          </a:xfrm>
          <a:prstGeom prst="rect">
            <a:avLst/>
          </a:prstGeom>
          <a:solidFill>
            <a:srgbClr val="2EA043">
              <a:alpha val="25000"/>
            </a:srgbClr>
          </a:solidFill>
          <a:ln/>
        </p:spPr>
        <p:txBody>
          <a:bodyPr/>
          <a:lstStyle/>
          <a:p>
            <a:endParaRPr lang="en-US"/>
          </a:p>
        </p:txBody>
      </p:sp>
      <p:sp>
        <p:nvSpPr>
          <p:cNvPr id="45" name="Text 42"/>
          <p:cNvSpPr/>
          <p:nvPr/>
        </p:nvSpPr>
        <p:spPr>
          <a:xfrm>
            <a:off x="2038350" y="6837164"/>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 ",mX:" + String(imu_sensor.magX(), 2)</a:t>
            </a:r>
            <a:endParaRPr lang="en-US" sz="1800" dirty="0"/>
          </a:p>
        </p:txBody>
      </p:sp>
      <p:sp>
        <p:nvSpPr>
          <p:cNvPr id="46" name="Shape 43"/>
          <p:cNvSpPr/>
          <p:nvPr/>
        </p:nvSpPr>
        <p:spPr>
          <a:xfrm>
            <a:off x="1809750" y="7134225"/>
            <a:ext cx="7429500" cy="297061"/>
          </a:xfrm>
          <a:prstGeom prst="rect">
            <a:avLst/>
          </a:prstGeom>
          <a:solidFill>
            <a:srgbClr val="2EA043">
              <a:alpha val="25000"/>
            </a:srgbClr>
          </a:solidFill>
          <a:ln/>
        </p:spPr>
        <p:txBody>
          <a:bodyPr/>
          <a:lstStyle/>
          <a:p>
            <a:endParaRPr lang="en-US"/>
          </a:p>
        </p:txBody>
      </p:sp>
      <p:sp>
        <p:nvSpPr>
          <p:cNvPr id="47" name="Text 44"/>
          <p:cNvSpPr/>
          <p:nvPr/>
        </p:nvSpPr>
        <p:spPr>
          <a:xfrm>
            <a:off x="2038350" y="7134225"/>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 ",mY:" + String(imu_sensor.magY(), 2);</a:t>
            </a:r>
            <a:endParaRPr lang="en-US" sz="1800" dirty="0"/>
          </a:p>
        </p:txBody>
      </p:sp>
      <p:sp>
        <p:nvSpPr>
          <p:cNvPr id="48" name="Shape 45"/>
          <p:cNvSpPr/>
          <p:nvPr/>
        </p:nvSpPr>
        <p:spPr>
          <a:xfrm>
            <a:off x="1809750" y="7431286"/>
            <a:ext cx="7429500" cy="297061"/>
          </a:xfrm>
          <a:prstGeom prst="rect">
            <a:avLst/>
          </a:prstGeom>
          <a:solidFill>
            <a:srgbClr val="2EA043">
              <a:alpha val="25000"/>
            </a:srgbClr>
          </a:solidFill>
          <a:ln/>
        </p:spPr>
        <p:txBody>
          <a:bodyPr/>
          <a:lstStyle/>
          <a:p>
            <a:endParaRPr lang="en-US"/>
          </a:p>
        </p:txBody>
      </p:sp>
      <p:sp>
        <p:nvSpPr>
          <p:cNvPr id="49" name="Text 46"/>
          <p:cNvSpPr/>
          <p:nvPr/>
        </p:nvSpPr>
        <p:spPr>
          <a:xfrm>
            <a:off x="2038350" y="7431286"/>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Xbee.println(s);</a:t>
            </a:r>
            <a:endParaRPr lang="en-US" sz="1800" dirty="0"/>
          </a:p>
        </p:txBody>
      </p:sp>
      <p:sp>
        <p:nvSpPr>
          <p:cNvPr id="50" name="Shape 47"/>
          <p:cNvSpPr/>
          <p:nvPr/>
        </p:nvSpPr>
        <p:spPr>
          <a:xfrm>
            <a:off x="1809750" y="7728347"/>
            <a:ext cx="7429500" cy="297061"/>
          </a:xfrm>
          <a:prstGeom prst="rect">
            <a:avLst/>
          </a:prstGeom>
          <a:solidFill>
            <a:srgbClr val="2EA043">
              <a:alpha val="25000"/>
            </a:srgbClr>
          </a:solidFill>
          <a:ln/>
        </p:spPr>
        <p:txBody>
          <a:bodyPr/>
          <a:lstStyle/>
          <a:p>
            <a:endParaRPr lang="en-US"/>
          </a:p>
        </p:txBody>
      </p:sp>
      <p:sp>
        <p:nvSpPr>
          <p:cNvPr id="51" name="Text 48"/>
          <p:cNvSpPr/>
          <p:nvPr/>
        </p:nvSpPr>
        <p:spPr>
          <a:xfrm>
            <a:off x="2038350" y="7728347"/>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  Serial.println(s);</a:t>
            </a:r>
            <a:endParaRPr lang="en-US" sz="1800" dirty="0"/>
          </a:p>
        </p:txBody>
      </p:sp>
      <p:sp>
        <p:nvSpPr>
          <p:cNvPr id="52" name="Shape 49"/>
          <p:cNvSpPr/>
          <p:nvPr/>
        </p:nvSpPr>
        <p:spPr>
          <a:xfrm>
            <a:off x="1809750" y="8025408"/>
            <a:ext cx="7429500" cy="297061"/>
          </a:xfrm>
          <a:prstGeom prst="rect">
            <a:avLst/>
          </a:prstGeom>
          <a:solidFill>
            <a:srgbClr val="2EA043">
              <a:alpha val="25000"/>
            </a:srgbClr>
          </a:solidFill>
          <a:ln/>
        </p:spPr>
        <p:txBody>
          <a:bodyPr/>
          <a:lstStyle/>
          <a:p>
            <a:endParaRPr lang="en-US"/>
          </a:p>
        </p:txBody>
      </p:sp>
      <p:sp>
        <p:nvSpPr>
          <p:cNvPr id="53" name="Text 50"/>
          <p:cNvSpPr/>
          <p:nvPr/>
        </p:nvSpPr>
        <p:spPr>
          <a:xfrm>
            <a:off x="2038350" y="8025408"/>
            <a:ext cx="7195185" cy="335161"/>
          </a:xfrm>
          <a:prstGeom prst="rect">
            <a:avLst/>
          </a:prstGeom>
          <a:noFill/>
          <a:ln/>
        </p:spPr>
        <p:txBody>
          <a:bodyPr wrap="none" lIns="25400" tIns="25400" rIns="25400" bIns="25400" rtlCol="0" anchor="t">
            <a:normAutofit lnSpcReduction="10000"/>
          </a:bodyPr>
          <a:lstStyle/>
          <a:p>
            <a:pPr marL="0" indent="0" algn="l">
              <a:lnSpc>
                <a:spcPct val="111429"/>
              </a:lnSpc>
              <a:buNone/>
            </a:pPr>
            <a:r>
              <a:rPr lang="en-US" sz="1800" dirty="0">
                <a:solidFill>
                  <a:srgbClr val="7EE787"/>
                </a:solidFill>
                <a:latin typeface="Cascadia Mono" pitchFamily="34" charset="0"/>
                <a:ea typeface="Cascadia Mono" pitchFamily="34" charset="-122"/>
                <a:cs typeface="Cascadia Mono" pitchFamily="34" charset="-120"/>
              </a:rPr>
              <a:t>+}</a:t>
            </a:r>
            <a:endParaRPr lang="en-US" sz="1800" dirty="0"/>
          </a:p>
        </p:txBody>
      </p:sp>
      <p:sp>
        <p:nvSpPr>
          <p:cNvPr id="54" name="Text 51"/>
          <p:cNvSpPr/>
          <p:nvPr/>
        </p:nvSpPr>
        <p:spPr>
          <a:xfrm>
            <a:off x="9525000" y="2190750"/>
            <a:ext cx="4081272" cy="77718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Green </a:t>
            </a:r>
            <a:r>
              <a:rPr lang="en-US" sz="2100" dirty="0">
                <a:solidFill>
                  <a:srgbClr val="000000"/>
                </a:solidFill>
                <a:latin typeface="Cascadia Mono" pitchFamily="34" charset="0"/>
                <a:ea typeface="Cascadia Mono" pitchFamily="34" charset="-122"/>
                <a:cs typeface="Cascadia Mono" pitchFamily="34" charset="-120"/>
              </a:rPr>
              <a:t>+ </a:t>
            </a:r>
            <a:r>
              <a:rPr lang="en-US" sz="2100" dirty="0">
                <a:solidFill>
                  <a:srgbClr val="000000"/>
                </a:solidFill>
                <a:latin typeface="Segoe UI" pitchFamily="34" charset="0"/>
                <a:ea typeface="Segoe UI" pitchFamily="34" charset="-122"/>
                <a:cs typeface="Segoe UI" pitchFamily="34" charset="-120"/>
              </a:rPr>
              <a:t>lines were added; red </a:t>
            </a:r>
            <a:r>
              <a:rPr lang="en-US" sz="2100" dirty="0">
                <a:solidFill>
                  <a:srgbClr val="000000"/>
                </a:solidFill>
                <a:latin typeface="Cascadia Mono" pitchFamily="34" charset="0"/>
                <a:ea typeface="Cascadia Mono" pitchFamily="34" charset="-122"/>
                <a:cs typeface="Cascadia Mono" pitchFamily="34" charset="-120"/>
              </a:rPr>
              <a:t>− </a:t>
            </a:r>
            <a:r>
              <a:rPr lang="en-US" sz="2100" dirty="0">
                <a:solidFill>
                  <a:srgbClr val="000000"/>
                </a:solidFill>
                <a:latin typeface="Segoe UI" pitchFamily="34" charset="0"/>
                <a:ea typeface="Segoe UI" pitchFamily="34" charset="-122"/>
                <a:cs typeface="Segoe UI" pitchFamily="34" charset="-120"/>
              </a:rPr>
              <a:t>lines were removed.</a:t>
            </a:r>
            <a:endParaRPr lang="en-US" sz="2100" dirty="0"/>
          </a:p>
        </p:txBody>
      </p:sp>
      <p:sp>
        <p:nvSpPr>
          <p:cNvPr id="55" name="Text 52"/>
          <p:cNvSpPr/>
          <p:nvPr/>
        </p:nvSpPr>
        <p:spPr>
          <a:xfrm>
            <a:off x="9525000" y="3196530"/>
            <a:ext cx="4081272"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Read every line. You will be asked to explain it.</a:t>
            </a:r>
            <a:endParaRPr lang="en-US" sz="2100" dirty="0"/>
          </a:p>
        </p:txBody>
      </p:sp>
      <p:sp>
        <p:nvSpPr>
          <p:cNvPr id="56" name="Text 53"/>
          <p:cNvSpPr/>
          <p:nvPr/>
        </p:nvSpPr>
        <p:spPr>
          <a:xfrm>
            <a:off x="9525000" y="4183261"/>
            <a:ext cx="4081272"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Ask about anything unclear: “Why call getAGMT() first?”</a:t>
            </a:r>
            <a:endParaRPr lang="en-US" sz="2100" dirty="0"/>
          </a:p>
        </p:txBody>
      </p:sp>
      <p:sp>
        <p:nvSpPr>
          <p:cNvPr id="57" name="Text 54"/>
          <p:cNvSpPr/>
          <p:nvPr/>
        </p:nvSpPr>
        <p:spPr>
          <a:xfrm>
            <a:off x="9525000" y="5169991"/>
            <a:ext cx="4081272" cy="1118146"/>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Select </a:t>
            </a:r>
            <a:r>
              <a:rPr lang="en-US" sz="2100" b="1" dirty="0">
                <a:solidFill>
                  <a:srgbClr val="000000"/>
                </a:solidFill>
                <a:latin typeface="Segoe UI" pitchFamily="34" charset="0"/>
                <a:ea typeface="Segoe UI" pitchFamily="34" charset="-122"/>
                <a:cs typeface="Segoe UI" pitchFamily="34" charset="-120"/>
              </a:rPr>
              <a:t>Create PR </a:t>
            </a:r>
            <a:r>
              <a:rPr lang="en-US" sz="2100" dirty="0">
                <a:solidFill>
                  <a:srgbClr val="000000"/>
                </a:solidFill>
                <a:latin typeface="Segoe UI" pitchFamily="34" charset="0"/>
                <a:ea typeface="Segoe UI" pitchFamily="34" charset="-122"/>
                <a:cs typeface="Segoe UI" pitchFamily="34" charset="-120"/>
              </a:rPr>
              <a:t>in the session. The team reviews the PR before merging.</a:t>
            </a:r>
            <a:endParaRPr lang="en-US" sz="2100" dirty="0"/>
          </a:p>
        </p:txBody>
      </p:sp>
      <p:sp>
        <p:nvSpPr>
          <p:cNvPr id="58" name="Text 55"/>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59" name="Text 56"/>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13</a:t>
            </a:r>
            <a:endParaRPr lang="en-US" sz="1800" dirty="0"/>
          </a:p>
        </p:txBody>
      </p:sp>
      <p:pic>
        <p:nvPicPr>
          <p:cNvPr id="61" name="Image 0" descr="preencoded.png">
            <a:extLst>
              <a:ext uri="{FF2B5EF4-FFF2-40B4-BE49-F238E27FC236}">
                <a16:creationId xmlns:a16="http://schemas.microsoft.com/office/drawing/2014/main" id="{994D7D04-EA55-77D2-BECB-506F7229F7B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Step 4: Branches &amp; PRs</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479054" cy="381000"/>
          </a:xfrm>
          <a:prstGeom prst="roundRect">
            <a:avLst>
              <a:gd name="adj" fmla="val 10000"/>
            </a:avLst>
          </a:prstGeom>
          <a:solidFill>
            <a:srgbClr val="D97D0D"/>
          </a:solidFill>
          <a:ln/>
        </p:spPr>
        <p:txBody>
          <a:bodyPr/>
          <a:lstStyle/>
          <a:p>
            <a:endParaRPr lang="en-US"/>
          </a:p>
        </p:txBody>
      </p:sp>
      <p:sp>
        <p:nvSpPr>
          <p:cNvPr id="18" name="Text 15"/>
          <p:cNvSpPr/>
          <p:nvPr/>
        </p:nvSpPr>
        <p:spPr>
          <a:xfrm>
            <a:off x="1943100" y="1562100"/>
            <a:ext cx="1288554"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GENERATE</a:t>
            </a:r>
            <a:endParaRPr lang="en-US" sz="1800" dirty="0"/>
          </a:p>
        </p:txBody>
      </p:sp>
      <p:sp>
        <p:nvSpPr>
          <p:cNvPr id="19" name="Shape 16"/>
          <p:cNvSpPr/>
          <p:nvPr/>
        </p:nvSpPr>
        <p:spPr>
          <a:xfrm>
            <a:off x="1809750" y="4314825"/>
            <a:ext cx="11677650" cy="38100"/>
          </a:xfrm>
          <a:prstGeom prst="rect">
            <a:avLst/>
          </a:prstGeom>
          <a:solidFill>
            <a:srgbClr val="152A47"/>
          </a:solidFill>
          <a:ln/>
        </p:spPr>
        <p:txBody>
          <a:bodyPr/>
          <a:lstStyle/>
          <a:p>
            <a:endParaRPr lang="en-US"/>
          </a:p>
        </p:txBody>
      </p:sp>
      <p:sp>
        <p:nvSpPr>
          <p:cNvPr id="20" name="Text 17"/>
          <p:cNvSpPr/>
          <p:nvPr/>
        </p:nvSpPr>
        <p:spPr>
          <a:xfrm>
            <a:off x="1809750" y="3914775"/>
            <a:ext cx="611981"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52A47"/>
                </a:solidFill>
                <a:latin typeface="Cascadia Mono" pitchFamily="34" charset="0"/>
                <a:ea typeface="Cascadia Mono" pitchFamily="34" charset="-122"/>
                <a:cs typeface="Cascadia Mono" pitchFamily="34" charset="-120"/>
              </a:rPr>
              <a:t>main</a:t>
            </a:r>
            <a:endParaRPr lang="en-US" sz="1800" dirty="0"/>
          </a:p>
        </p:txBody>
      </p:sp>
      <p:sp>
        <p:nvSpPr>
          <p:cNvPr id="21" name="Shape 18"/>
          <p:cNvSpPr/>
          <p:nvPr/>
        </p:nvSpPr>
        <p:spPr>
          <a:xfrm>
            <a:off x="4076700" y="2714625"/>
            <a:ext cx="38100" cy="1619250"/>
          </a:xfrm>
          <a:prstGeom prst="rect">
            <a:avLst/>
          </a:prstGeom>
          <a:solidFill>
            <a:srgbClr val="D97D0D"/>
          </a:solidFill>
          <a:ln/>
        </p:spPr>
        <p:txBody>
          <a:bodyPr/>
          <a:lstStyle/>
          <a:p>
            <a:endParaRPr lang="en-US"/>
          </a:p>
        </p:txBody>
      </p:sp>
      <p:sp>
        <p:nvSpPr>
          <p:cNvPr id="22" name="Shape 19"/>
          <p:cNvSpPr/>
          <p:nvPr/>
        </p:nvSpPr>
        <p:spPr>
          <a:xfrm>
            <a:off x="4076700" y="2695575"/>
            <a:ext cx="6858000" cy="38100"/>
          </a:xfrm>
          <a:prstGeom prst="rect">
            <a:avLst/>
          </a:prstGeom>
          <a:solidFill>
            <a:srgbClr val="D97D0D"/>
          </a:solidFill>
          <a:ln/>
        </p:spPr>
        <p:txBody>
          <a:bodyPr/>
          <a:lstStyle/>
          <a:p>
            <a:endParaRPr lang="en-US"/>
          </a:p>
        </p:txBody>
      </p:sp>
      <p:sp>
        <p:nvSpPr>
          <p:cNvPr id="23" name="Shape 20"/>
          <p:cNvSpPr/>
          <p:nvPr/>
        </p:nvSpPr>
        <p:spPr>
          <a:xfrm>
            <a:off x="10915650" y="2714625"/>
            <a:ext cx="38100" cy="1619250"/>
          </a:xfrm>
          <a:prstGeom prst="rect">
            <a:avLst/>
          </a:prstGeom>
          <a:solidFill>
            <a:srgbClr val="D97D0D"/>
          </a:solidFill>
          <a:ln/>
        </p:spPr>
        <p:txBody>
          <a:bodyPr/>
          <a:lstStyle/>
          <a:p>
            <a:endParaRPr lang="en-US"/>
          </a:p>
        </p:txBody>
      </p:sp>
      <p:sp>
        <p:nvSpPr>
          <p:cNvPr id="24" name="Text 21"/>
          <p:cNvSpPr/>
          <p:nvPr/>
        </p:nvSpPr>
        <p:spPr>
          <a:xfrm>
            <a:off x="4286250" y="2276475"/>
            <a:ext cx="2946797"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A35A00"/>
                </a:solidFill>
                <a:latin typeface="Cascadia Mono" pitchFamily="34" charset="0"/>
                <a:ea typeface="Cascadia Mono" pitchFamily="34" charset="-122"/>
                <a:cs typeface="Cascadia Mono" pitchFamily="34" charset="-120"/>
              </a:rPr>
              <a:t>claude/ground-cmd-10</a:t>
            </a:r>
            <a:endParaRPr lang="en-US" sz="1800" dirty="0"/>
          </a:p>
        </p:txBody>
      </p:sp>
      <p:sp>
        <p:nvSpPr>
          <p:cNvPr id="25" name="Shape 22"/>
          <p:cNvSpPr/>
          <p:nvPr/>
        </p:nvSpPr>
        <p:spPr>
          <a:xfrm>
            <a:off x="2905125" y="4191000"/>
            <a:ext cx="285750" cy="285750"/>
          </a:xfrm>
          <a:prstGeom prst="ellipse">
            <a:avLst/>
          </a:prstGeom>
          <a:solidFill>
            <a:srgbClr val="FFFFFF"/>
          </a:solidFill>
          <a:ln w="38100">
            <a:solidFill>
              <a:srgbClr val="152A47"/>
            </a:solidFill>
            <a:prstDash val="solid"/>
          </a:ln>
        </p:spPr>
        <p:txBody>
          <a:bodyPr/>
          <a:lstStyle/>
          <a:p>
            <a:endParaRPr lang="en-US"/>
          </a:p>
        </p:txBody>
      </p:sp>
      <p:sp>
        <p:nvSpPr>
          <p:cNvPr id="26" name="Shape 23"/>
          <p:cNvSpPr/>
          <p:nvPr/>
        </p:nvSpPr>
        <p:spPr>
          <a:xfrm>
            <a:off x="6143625" y="2571750"/>
            <a:ext cx="285750" cy="285750"/>
          </a:xfrm>
          <a:prstGeom prst="ellipse">
            <a:avLst/>
          </a:prstGeom>
          <a:solidFill>
            <a:srgbClr val="FFFFFF"/>
          </a:solidFill>
          <a:ln w="38100">
            <a:solidFill>
              <a:srgbClr val="D97D0D"/>
            </a:solidFill>
            <a:prstDash val="solid"/>
          </a:ln>
        </p:spPr>
        <p:txBody>
          <a:bodyPr/>
          <a:lstStyle/>
          <a:p>
            <a:endParaRPr lang="en-US"/>
          </a:p>
        </p:txBody>
      </p:sp>
      <p:sp>
        <p:nvSpPr>
          <p:cNvPr id="27" name="Shape 24"/>
          <p:cNvSpPr/>
          <p:nvPr/>
        </p:nvSpPr>
        <p:spPr>
          <a:xfrm>
            <a:off x="8715375" y="2571750"/>
            <a:ext cx="285750" cy="285750"/>
          </a:xfrm>
          <a:prstGeom prst="ellipse">
            <a:avLst/>
          </a:prstGeom>
          <a:solidFill>
            <a:srgbClr val="FFFFFF"/>
          </a:solidFill>
          <a:ln w="38100">
            <a:solidFill>
              <a:srgbClr val="D97D0D"/>
            </a:solidFill>
            <a:prstDash val="solid"/>
          </a:ln>
        </p:spPr>
        <p:txBody>
          <a:bodyPr/>
          <a:lstStyle/>
          <a:p>
            <a:endParaRPr lang="en-US"/>
          </a:p>
        </p:txBody>
      </p:sp>
      <p:sp>
        <p:nvSpPr>
          <p:cNvPr id="28" name="Shape 25"/>
          <p:cNvSpPr/>
          <p:nvPr/>
        </p:nvSpPr>
        <p:spPr>
          <a:xfrm>
            <a:off x="11858625" y="4191000"/>
            <a:ext cx="285750" cy="285750"/>
          </a:xfrm>
          <a:prstGeom prst="ellipse">
            <a:avLst/>
          </a:prstGeom>
          <a:solidFill>
            <a:srgbClr val="FFFFFF"/>
          </a:solidFill>
          <a:ln w="38100">
            <a:solidFill>
              <a:srgbClr val="152A47"/>
            </a:solidFill>
            <a:prstDash val="solid"/>
          </a:ln>
        </p:spPr>
        <p:txBody>
          <a:bodyPr/>
          <a:lstStyle/>
          <a:p>
            <a:endParaRPr lang="en-US"/>
          </a:p>
        </p:txBody>
      </p:sp>
      <p:sp>
        <p:nvSpPr>
          <p:cNvPr id="29" name="Text 26"/>
          <p:cNvSpPr/>
          <p:nvPr/>
        </p:nvSpPr>
        <p:spPr>
          <a:xfrm>
            <a:off x="1790700" y="4543425"/>
            <a:ext cx="2514600" cy="342900"/>
          </a:xfrm>
          <a:prstGeom prst="rect">
            <a:avLst/>
          </a:prstGeom>
          <a:noFill/>
          <a:ln/>
        </p:spPr>
        <p:txBody>
          <a:bodyPr wrap="square" lIns="25400" tIns="25400" rIns="25400" bIns="25400" rtlCol="0" anchor="t">
            <a:normAutofit/>
          </a:bodyPr>
          <a:lstStyle/>
          <a:p>
            <a:pPr marL="0" indent="0" algn="ctr">
              <a:buNone/>
            </a:pPr>
            <a:r>
              <a:rPr lang="en-US" sz="1800" b="1" dirty="0">
                <a:solidFill>
                  <a:srgbClr val="000000"/>
                </a:solidFill>
                <a:latin typeface="Segoe UI" pitchFamily="34" charset="0"/>
                <a:ea typeface="Segoe UI" pitchFamily="34" charset="-122"/>
                <a:cs typeface="Segoe UI" pitchFamily="34" charset="-120"/>
              </a:rPr>
              <a:t>Initial copy</a:t>
            </a:r>
            <a:endParaRPr lang="en-US" sz="1800" dirty="0"/>
          </a:p>
        </p:txBody>
      </p:sp>
      <p:sp>
        <p:nvSpPr>
          <p:cNvPr id="30" name="Text 27"/>
          <p:cNvSpPr/>
          <p:nvPr/>
        </p:nvSpPr>
        <p:spPr>
          <a:xfrm>
            <a:off x="1790700" y="4867275"/>
            <a:ext cx="2514600" cy="30480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404040"/>
                </a:solidFill>
                <a:latin typeface="Cascadia Mono" pitchFamily="34" charset="0"/>
                <a:ea typeface="Cascadia Mono" pitchFamily="34" charset="-122"/>
                <a:cs typeface="Cascadia Mono" pitchFamily="34" charset="-120"/>
              </a:rPr>
              <a:t>main</a:t>
            </a:r>
            <a:endParaRPr lang="en-US" sz="1800" dirty="0"/>
          </a:p>
        </p:txBody>
      </p:sp>
      <p:sp>
        <p:nvSpPr>
          <p:cNvPr id="31" name="Text 28"/>
          <p:cNvSpPr/>
          <p:nvPr/>
        </p:nvSpPr>
        <p:spPr>
          <a:xfrm>
            <a:off x="4924425" y="2962275"/>
            <a:ext cx="2724150" cy="342900"/>
          </a:xfrm>
          <a:prstGeom prst="rect">
            <a:avLst/>
          </a:prstGeom>
          <a:noFill/>
          <a:ln/>
        </p:spPr>
        <p:txBody>
          <a:bodyPr wrap="square" lIns="25400" tIns="25400" rIns="25400" bIns="25400" rtlCol="0" anchor="t">
            <a:normAutofit/>
          </a:bodyPr>
          <a:lstStyle/>
          <a:p>
            <a:pPr marL="0" indent="0" algn="ctr">
              <a:buNone/>
            </a:pPr>
            <a:r>
              <a:rPr lang="en-US" sz="1800" b="1" dirty="0">
                <a:solidFill>
                  <a:srgbClr val="000000"/>
                </a:solidFill>
                <a:latin typeface="Segoe UI" pitchFamily="34" charset="0"/>
                <a:ea typeface="Segoe UI" pitchFamily="34" charset="-122"/>
                <a:cs typeface="Segoe UI" pitchFamily="34" charset="-120"/>
              </a:rPr>
              <a:t>Add command 10</a:t>
            </a:r>
            <a:endParaRPr lang="en-US" sz="1800" dirty="0"/>
          </a:p>
        </p:txBody>
      </p:sp>
      <p:sp>
        <p:nvSpPr>
          <p:cNvPr id="32" name="Text 29"/>
          <p:cNvSpPr/>
          <p:nvPr/>
        </p:nvSpPr>
        <p:spPr>
          <a:xfrm>
            <a:off x="4924425" y="3286125"/>
            <a:ext cx="2724150" cy="30480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404040"/>
                </a:solidFill>
                <a:latin typeface="Cascadia Mono" pitchFamily="34" charset="0"/>
                <a:ea typeface="Cascadia Mono" pitchFamily="34" charset="-122"/>
                <a:cs typeface="Cascadia Mono" pitchFamily="34" charset="-120"/>
              </a:rPr>
              <a:t>a1b2c3d</a:t>
            </a:r>
            <a:endParaRPr lang="en-US" sz="1800" dirty="0"/>
          </a:p>
        </p:txBody>
      </p:sp>
      <p:sp>
        <p:nvSpPr>
          <p:cNvPr id="33" name="Text 30"/>
          <p:cNvSpPr/>
          <p:nvPr/>
        </p:nvSpPr>
        <p:spPr>
          <a:xfrm>
            <a:off x="7496175" y="2962275"/>
            <a:ext cx="2724150" cy="342900"/>
          </a:xfrm>
          <a:prstGeom prst="rect">
            <a:avLst/>
          </a:prstGeom>
          <a:noFill/>
          <a:ln/>
        </p:spPr>
        <p:txBody>
          <a:bodyPr wrap="square" lIns="25400" tIns="25400" rIns="25400" bIns="25400" rtlCol="0" anchor="t">
            <a:normAutofit/>
          </a:bodyPr>
          <a:lstStyle/>
          <a:p>
            <a:pPr marL="0" indent="0" algn="ctr">
              <a:buNone/>
            </a:pPr>
            <a:r>
              <a:rPr lang="en-US" sz="1800" b="1" dirty="0">
                <a:solidFill>
                  <a:srgbClr val="000000"/>
                </a:solidFill>
                <a:latin typeface="Segoe UI" pitchFamily="34" charset="0"/>
                <a:ea typeface="Segoe UI" pitchFamily="34" charset="-122"/>
                <a:cs typeface="Segoe UI" pitchFamily="34" charset="-120"/>
              </a:rPr>
              <a:t>Fix zero gZ</a:t>
            </a:r>
            <a:endParaRPr lang="en-US" sz="1800" dirty="0"/>
          </a:p>
        </p:txBody>
      </p:sp>
      <p:sp>
        <p:nvSpPr>
          <p:cNvPr id="34" name="Text 31"/>
          <p:cNvSpPr/>
          <p:nvPr/>
        </p:nvSpPr>
        <p:spPr>
          <a:xfrm>
            <a:off x="7496175" y="3286125"/>
            <a:ext cx="2724150" cy="30480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404040"/>
                </a:solidFill>
                <a:latin typeface="Cascadia Mono" pitchFamily="34" charset="0"/>
                <a:ea typeface="Cascadia Mono" pitchFamily="34" charset="-122"/>
                <a:cs typeface="Cascadia Mono" pitchFamily="34" charset="-120"/>
              </a:rPr>
              <a:t>e4f5a6b</a:t>
            </a:r>
            <a:endParaRPr lang="en-US" sz="1800" dirty="0"/>
          </a:p>
        </p:txBody>
      </p:sp>
      <p:sp>
        <p:nvSpPr>
          <p:cNvPr id="35" name="Text 32"/>
          <p:cNvSpPr/>
          <p:nvPr/>
        </p:nvSpPr>
        <p:spPr>
          <a:xfrm>
            <a:off x="10744200" y="4543425"/>
            <a:ext cx="2514600" cy="342900"/>
          </a:xfrm>
          <a:prstGeom prst="rect">
            <a:avLst/>
          </a:prstGeom>
          <a:noFill/>
          <a:ln/>
        </p:spPr>
        <p:txBody>
          <a:bodyPr wrap="square" lIns="25400" tIns="25400" rIns="25400" bIns="25400" rtlCol="0" anchor="t">
            <a:normAutofit/>
          </a:bodyPr>
          <a:lstStyle/>
          <a:p>
            <a:pPr marL="0" indent="0" algn="ctr">
              <a:buNone/>
            </a:pPr>
            <a:r>
              <a:rPr lang="en-US" sz="1800" b="1" dirty="0">
                <a:solidFill>
                  <a:srgbClr val="000000"/>
                </a:solidFill>
                <a:latin typeface="Segoe UI" pitchFamily="34" charset="0"/>
                <a:ea typeface="Segoe UI" pitchFamily="34" charset="-122"/>
                <a:cs typeface="Segoe UI" pitchFamily="34" charset="-120"/>
              </a:rPr>
              <a:t>Merge PR #3</a:t>
            </a:r>
            <a:endParaRPr lang="en-US" sz="1800" dirty="0"/>
          </a:p>
        </p:txBody>
      </p:sp>
      <p:sp>
        <p:nvSpPr>
          <p:cNvPr id="36" name="Text 33"/>
          <p:cNvSpPr/>
          <p:nvPr/>
        </p:nvSpPr>
        <p:spPr>
          <a:xfrm>
            <a:off x="10744200" y="4867275"/>
            <a:ext cx="2514600" cy="30480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404040"/>
                </a:solidFill>
                <a:latin typeface="Cascadia Mono" pitchFamily="34" charset="0"/>
                <a:ea typeface="Cascadia Mono" pitchFamily="34" charset="-122"/>
                <a:cs typeface="Cascadia Mono" pitchFamily="34" charset="-120"/>
              </a:rPr>
              <a:t>main</a:t>
            </a:r>
            <a:endParaRPr lang="en-US" sz="1800" dirty="0"/>
          </a:p>
        </p:txBody>
      </p:sp>
      <p:sp>
        <p:nvSpPr>
          <p:cNvPr id="37" name="Text 34"/>
          <p:cNvSpPr/>
          <p:nvPr/>
        </p:nvSpPr>
        <p:spPr>
          <a:xfrm>
            <a:off x="11096625" y="3286125"/>
            <a:ext cx="2362200" cy="632222"/>
          </a:xfrm>
          <a:prstGeom prst="rect">
            <a:avLst/>
          </a:prstGeom>
          <a:noFill/>
          <a:ln/>
        </p:spPr>
        <p:txBody>
          <a:bodyPr wrap="square" lIns="25400" tIns="25400" rIns="25400" bIns="25400" rtlCol="0" anchor="t">
            <a:normAutofit/>
          </a:bodyPr>
          <a:lstStyle/>
          <a:p>
            <a:pPr marL="0" indent="0" algn="l">
              <a:lnSpc>
                <a:spcPct val="97500"/>
              </a:lnSpc>
              <a:buNone/>
            </a:pPr>
            <a:r>
              <a:rPr lang="en-US" sz="1800" dirty="0">
                <a:solidFill>
                  <a:srgbClr val="404040"/>
                </a:solidFill>
                <a:latin typeface="Segoe UI" pitchFamily="34" charset="0"/>
                <a:ea typeface="Segoe UI" pitchFamily="34" charset="-122"/>
                <a:cs typeface="Segoe UI" pitchFamily="34" charset="-120"/>
              </a:rPr>
              <a:t>PR #3: review, test, then merge</a:t>
            </a:r>
            <a:endParaRPr lang="en-US" sz="1800" dirty="0"/>
          </a:p>
        </p:txBody>
      </p:sp>
      <p:sp>
        <p:nvSpPr>
          <p:cNvPr id="38" name="Text 35"/>
          <p:cNvSpPr/>
          <p:nvPr/>
        </p:nvSpPr>
        <p:spPr>
          <a:xfrm>
            <a:off x="1809750" y="5572125"/>
            <a:ext cx="6192203" cy="447675"/>
          </a:xfrm>
          <a:prstGeom prst="rect">
            <a:avLst/>
          </a:prstGeom>
          <a:noFill/>
          <a:ln/>
        </p:spPr>
        <p:txBody>
          <a:bodyPr wrap="square" lIns="25400" tIns="25400" rIns="25400" bIns="25400" rtlCol="0" anchor="t">
            <a:normAutofit/>
          </a:bodyPr>
          <a:lstStyle/>
          <a:p>
            <a:pPr marL="0" indent="0" algn="l">
              <a:buNone/>
            </a:pPr>
            <a:r>
              <a:rPr lang="en-US" sz="2400" b="1" dirty="0">
                <a:solidFill>
                  <a:srgbClr val="000000"/>
                </a:solidFill>
                <a:latin typeface="Segoe UI" pitchFamily="34" charset="0"/>
                <a:ea typeface="Segoe UI" pitchFamily="34" charset="-122"/>
                <a:cs typeface="Segoe UI" pitchFamily="34" charset="-120"/>
              </a:rPr>
              <a:t>Branch</a:t>
            </a:r>
            <a:endParaRPr lang="en-US" sz="2400" dirty="0"/>
          </a:p>
        </p:txBody>
      </p:sp>
      <p:sp>
        <p:nvSpPr>
          <p:cNvPr id="39" name="Text 36"/>
          <p:cNvSpPr/>
          <p:nvPr/>
        </p:nvSpPr>
        <p:spPr>
          <a:xfrm>
            <a:off x="1809750" y="6115050"/>
            <a:ext cx="5798153" cy="706636"/>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A separate line of commits. main is unchanged until the branch is merged.</a:t>
            </a:r>
            <a:endParaRPr lang="en-US" sz="1950" dirty="0"/>
          </a:p>
        </p:txBody>
      </p:sp>
      <p:sp>
        <p:nvSpPr>
          <p:cNvPr id="40" name="Text 37"/>
          <p:cNvSpPr/>
          <p:nvPr/>
        </p:nvSpPr>
        <p:spPr>
          <a:xfrm>
            <a:off x="1809750" y="6916936"/>
            <a:ext cx="5798153" cy="706636"/>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Each session creates its own branch (claude/…) and pushes every commit there, including fixes.</a:t>
            </a:r>
            <a:endParaRPr lang="en-US" sz="1950" dirty="0"/>
          </a:p>
        </p:txBody>
      </p:sp>
      <p:sp>
        <p:nvSpPr>
          <p:cNvPr id="41" name="Text 38"/>
          <p:cNvSpPr/>
          <p:nvPr/>
        </p:nvSpPr>
        <p:spPr>
          <a:xfrm>
            <a:off x="1809750" y="7718822"/>
            <a:ext cx="5798153" cy="1040904"/>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GitHub Desktop’s Current branch menu switches your local copy between main and the agent’s branch.</a:t>
            </a:r>
            <a:endParaRPr lang="en-US" sz="1950" dirty="0"/>
          </a:p>
        </p:txBody>
      </p:sp>
      <p:sp>
        <p:nvSpPr>
          <p:cNvPr id="42" name="Text 39"/>
          <p:cNvSpPr/>
          <p:nvPr/>
        </p:nvSpPr>
        <p:spPr>
          <a:xfrm>
            <a:off x="7858125" y="5572125"/>
            <a:ext cx="6192203" cy="447675"/>
          </a:xfrm>
          <a:prstGeom prst="rect">
            <a:avLst/>
          </a:prstGeom>
          <a:noFill/>
          <a:ln/>
        </p:spPr>
        <p:txBody>
          <a:bodyPr wrap="square" lIns="25400" tIns="25400" rIns="25400" bIns="25400" rtlCol="0" anchor="t">
            <a:normAutofit/>
          </a:bodyPr>
          <a:lstStyle/>
          <a:p>
            <a:pPr marL="0" indent="0" algn="l">
              <a:buNone/>
            </a:pPr>
            <a:r>
              <a:rPr lang="en-US" sz="2400" b="1" dirty="0">
                <a:solidFill>
                  <a:srgbClr val="000000"/>
                </a:solidFill>
                <a:latin typeface="Segoe UI" pitchFamily="34" charset="0"/>
                <a:ea typeface="Segoe UI" pitchFamily="34" charset="-122"/>
                <a:cs typeface="Segoe UI" pitchFamily="34" charset="-120"/>
              </a:rPr>
              <a:t>Pull request (PR)</a:t>
            </a:r>
            <a:endParaRPr lang="en-US" sz="2400" dirty="0"/>
          </a:p>
        </p:txBody>
      </p:sp>
      <p:sp>
        <p:nvSpPr>
          <p:cNvPr id="43" name="Text 40"/>
          <p:cNvSpPr/>
          <p:nvPr/>
        </p:nvSpPr>
        <p:spPr>
          <a:xfrm>
            <a:off x="7858125" y="6115050"/>
            <a:ext cx="5798153" cy="1040904"/>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A request on GitHub to merge a branch into main. It shows the diff, the commits, and a comment thread.</a:t>
            </a:r>
            <a:endParaRPr lang="en-US" sz="1950" dirty="0"/>
          </a:p>
        </p:txBody>
      </p:sp>
      <p:sp>
        <p:nvSpPr>
          <p:cNvPr id="44" name="Text 41"/>
          <p:cNvSpPr/>
          <p:nvPr/>
        </p:nvSpPr>
        <p:spPr>
          <a:xfrm>
            <a:off x="7858125" y="7251204"/>
            <a:ext cx="419100"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b="1" dirty="0">
                <a:solidFill>
                  <a:srgbClr val="1F6FB2"/>
                </a:solidFill>
                <a:latin typeface="Segoe UI" pitchFamily="34" charset="0"/>
                <a:ea typeface="Segoe UI" pitchFamily="34" charset="-122"/>
                <a:cs typeface="Segoe UI" pitchFamily="34" charset="-120"/>
              </a:rPr>
              <a:t>1</a:t>
            </a:r>
            <a:endParaRPr lang="en-US" sz="1950" dirty="0"/>
          </a:p>
        </p:txBody>
      </p:sp>
      <p:sp>
        <p:nvSpPr>
          <p:cNvPr id="45" name="Text 42"/>
          <p:cNvSpPr/>
          <p:nvPr/>
        </p:nvSpPr>
        <p:spPr>
          <a:xfrm>
            <a:off x="8201025" y="7251204"/>
            <a:ext cx="5815013"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Select Create PR in the session.</a:t>
            </a:r>
            <a:endParaRPr lang="en-US" sz="1950" dirty="0"/>
          </a:p>
        </p:txBody>
      </p:sp>
      <p:sp>
        <p:nvSpPr>
          <p:cNvPr id="46" name="Text 43"/>
          <p:cNvSpPr/>
          <p:nvPr/>
        </p:nvSpPr>
        <p:spPr>
          <a:xfrm>
            <a:off x="7858125" y="7661672"/>
            <a:ext cx="419100"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b="1" dirty="0">
                <a:solidFill>
                  <a:srgbClr val="1F6FB2"/>
                </a:solidFill>
                <a:latin typeface="Segoe UI" pitchFamily="34" charset="0"/>
                <a:ea typeface="Segoe UI" pitchFamily="34" charset="-122"/>
                <a:cs typeface="Segoe UI" pitchFamily="34" charset="-120"/>
              </a:rPr>
              <a:t>2</a:t>
            </a:r>
            <a:endParaRPr lang="en-US" sz="1950" dirty="0"/>
          </a:p>
        </p:txBody>
      </p:sp>
      <p:sp>
        <p:nvSpPr>
          <p:cNvPr id="47" name="Text 44"/>
          <p:cNvSpPr/>
          <p:nvPr/>
        </p:nvSpPr>
        <p:spPr>
          <a:xfrm>
            <a:off x="8201025" y="7661672"/>
            <a:ext cx="5815013"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Teammates comment on specific lines.</a:t>
            </a:r>
            <a:endParaRPr lang="en-US" sz="1950" dirty="0"/>
          </a:p>
        </p:txBody>
      </p:sp>
      <p:sp>
        <p:nvSpPr>
          <p:cNvPr id="48" name="Text 45"/>
          <p:cNvSpPr/>
          <p:nvPr/>
        </p:nvSpPr>
        <p:spPr>
          <a:xfrm>
            <a:off x="7858125" y="8072140"/>
            <a:ext cx="419100"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b="1" dirty="0">
                <a:solidFill>
                  <a:srgbClr val="1F6FB2"/>
                </a:solidFill>
                <a:latin typeface="Segoe UI" pitchFamily="34" charset="0"/>
                <a:ea typeface="Segoe UI" pitchFamily="34" charset="-122"/>
                <a:cs typeface="Segoe UI" pitchFamily="34" charset="-120"/>
              </a:rPr>
              <a:t>3</a:t>
            </a:r>
            <a:endParaRPr lang="en-US" sz="1950" dirty="0"/>
          </a:p>
        </p:txBody>
      </p:sp>
      <p:sp>
        <p:nvSpPr>
          <p:cNvPr id="49" name="Text 46"/>
          <p:cNvSpPr/>
          <p:nvPr/>
        </p:nvSpPr>
        <p:spPr>
          <a:xfrm>
            <a:off x="8201025" y="8072140"/>
            <a:ext cx="5815013"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Test the branch on KestrelSAT (Step 5).</a:t>
            </a:r>
            <a:endParaRPr lang="en-US" sz="1950" dirty="0"/>
          </a:p>
        </p:txBody>
      </p:sp>
      <p:sp>
        <p:nvSpPr>
          <p:cNvPr id="50" name="Text 47"/>
          <p:cNvSpPr/>
          <p:nvPr/>
        </p:nvSpPr>
        <p:spPr>
          <a:xfrm>
            <a:off x="7858125" y="8482608"/>
            <a:ext cx="419100"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b="1" dirty="0">
                <a:solidFill>
                  <a:srgbClr val="1F6FB2"/>
                </a:solidFill>
                <a:latin typeface="Segoe UI" pitchFamily="34" charset="0"/>
                <a:ea typeface="Segoe UI" pitchFamily="34" charset="-122"/>
                <a:cs typeface="Segoe UI" pitchFamily="34" charset="-120"/>
              </a:rPr>
              <a:t>4</a:t>
            </a:r>
            <a:endParaRPr lang="en-US" sz="1950" dirty="0"/>
          </a:p>
        </p:txBody>
      </p:sp>
      <p:sp>
        <p:nvSpPr>
          <p:cNvPr id="51" name="Text 48"/>
          <p:cNvSpPr/>
          <p:nvPr/>
        </p:nvSpPr>
        <p:spPr>
          <a:xfrm>
            <a:off x="8201025" y="8482608"/>
            <a:ext cx="5815013" cy="372368"/>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Merge only after it passes.</a:t>
            </a:r>
            <a:endParaRPr lang="en-US" sz="1950" dirty="0"/>
          </a:p>
        </p:txBody>
      </p:sp>
      <p:sp>
        <p:nvSpPr>
          <p:cNvPr id="52" name="Text 49"/>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53" name="Text 50"/>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14</a:t>
            </a:r>
            <a:endParaRPr lang="en-US" sz="1800" dirty="0"/>
          </a:p>
        </p:txBody>
      </p:sp>
      <p:pic>
        <p:nvPicPr>
          <p:cNvPr id="55" name="Image 0" descr="preencoded.png">
            <a:extLst>
              <a:ext uri="{FF2B5EF4-FFF2-40B4-BE49-F238E27FC236}">
                <a16:creationId xmlns:a16="http://schemas.microsoft.com/office/drawing/2014/main" id="{B143EB88-10A1-8122-6559-5FADB57C266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79053"/>
          </a:xfrm>
          <a:prstGeom prst="rect">
            <a:avLst/>
          </a:prstGeom>
          <a:noFill/>
          <a:ln/>
        </p:spPr>
        <p:txBody>
          <a:bodyPr wrap="square" lIns="25400" tIns="25400" rIns="25400" bIns="25400" rtlCol="0" anchor="t">
            <a:normAutofit/>
          </a:bodyPr>
          <a:lstStyle/>
          <a:p>
            <a:pPr marL="0" indent="0" algn="l">
              <a:lnSpc>
                <a:spcPct val="81613"/>
              </a:lnSpc>
              <a:buNone/>
            </a:pPr>
            <a:r>
              <a:rPr lang="en-US" sz="1725" b="1" dirty="0">
                <a:solidFill>
                  <a:srgbClr val="00B0F0"/>
                </a:solidFill>
                <a:latin typeface="Segoe UI" pitchFamily="34" charset="0"/>
                <a:ea typeface="Segoe UI" pitchFamily="34" charset="-122"/>
                <a:cs typeface="Segoe UI" pitchFamily="34" charset="-120"/>
              </a:rPr>
              <a:t>5 Adjudicate</a:t>
            </a:r>
            <a:endParaRPr lang="en-US" sz="1725" dirty="0"/>
          </a:p>
        </p:txBody>
      </p:sp>
      <p:sp>
        <p:nvSpPr>
          <p:cNvPr id="11" name="Text 8"/>
          <p:cNvSpPr/>
          <p:nvPr/>
        </p:nvSpPr>
        <p:spPr>
          <a:xfrm>
            <a:off x="133350" y="5063877"/>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48598"/>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33318"/>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Step 5: Test on Hardware</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677591" cy="381000"/>
          </a:xfrm>
          <a:prstGeom prst="roundRect">
            <a:avLst>
              <a:gd name="adj" fmla="val 10000"/>
            </a:avLst>
          </a:prstGeom>
          <a:solidFill>
            <a:srgbClr val="1F6FB2"/>
          </a:solidFill>
          <a:ln/>
        </p:spPr>
        <p:txBody>
          <a:bodyPr/>
          <a:lstStyle/>
          <a:p>
            <a:endParaRPr lang="en-US"/>
          </a:p>
        </p:txBody>
      </p:sp>
      <p:sp>
        <p:nvSpPr>
          <p:cNvPr id="18" name="Text 15"/>
          <p:cNvSpPr/>
          <p:nvPr/>
        </p:nvSpPr>
        <p:spPr>
          <a:xfrm>
            <a:off x="1943100" y="1562100"/>
            <a:ext cx="1487091"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IMPLEMENT</a:t>
            </a:r>
            <a:endParaRPr lang="en-US" sz="1800" dirty="0"/>
          </a:p>
        </p:txBody>
      </p:sp>
      <p:sp>
        <p:nvSpPr>
          <p:cNvPr id="19" name="Shape 16"/>
          <p:cNvSpPr/>
          <p:nvPr/>
        </p:nvSpPr>
        <p:spPr>
          <a:xfrm>
            <a:off x="3582591" y="1524000"/>
            <a:ext cx="1742480" cy="381000"/>
          </a:xfrm>
          <a:prstGeom prst="roundRect">
            <a:avLst>
              <a:gd name="adj" fmla="val 10000"/>
            </a:avLst>
          </a:prstGeom>
          <a:solidFill>
            <a:srgbClr val="3E8E52"/>
          </a:solidFill>
          <a:ln/>
        </p:spPr>
        <p:txBody>
          <a:bodyPr/>
          <a:lstStyle/>
          <a:p>
            <a:endParaRPr lang="en-US"/>
          </a:p>
        </p:txBody>
      </p:sp>
      <p:sp>
        <p:nvSpPr>
          <p:cNvPr id="20" name="Text 17"/>
          <p:cNvSpPr/>
          <p:nvPr/>
        </p:nvSpPr>
        <p:spPr>
          <a:xfrm>
            <a:off x="3715941" y="1562100"/>
            <a:ext cx="1551980"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ADJUDICATE</a:t>
            </a:r>
            <a:endParaRPr lang="en-US" sz="1800" dirty="0"/>
          </a:p>
        </p:txBody>
      </p:sp>
      <p:sp>
        <p:nvSpPr>
          <p:cNvPr id="21" name="Text 18"/>
          <p:cNvSpPr/>
          <p:nvPr/>
        </p:nvSpPr>
        <p:spPr>
          <a:xfrm>
            <a:off x="1809750" y="2190750"/>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1</a:t>
            </a:r>
            <a:endParaRPr lang="en-US" sz="2250" dirty="0"/>
          </a:p>
        </p:txBody>
      </p:sp>
      <p:sp>
        <p:nvSpPr>
          <p:cNvPr id="22" name="Text 19"/>
          <p:cNvSpPr/>
          <p:nvPr/>
        </p:nvSpPr>
        <p:spPr>
          <a:xfrm>
            <a:off x="2266950" y="2209800"/>
            <a:ext cx="6985254"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b="1" dirty="0">
                <a:solidFill>
                  <a:srgbClr val="000000"/>
                </a:solidFill>
                <a:latin typeface="Segoe UI" pitchFamily="34" charset="0"/>
                <a:ea typeface="Segoe UI" pitchFamily="34" charset="-122"/>
                <a:cs typeface="Segoe UI" pitchFamily="34" charset="-120"/>
              </a:rPr>
              <a:t>GitHub Desktop: </a:t>
            </a:r>
            <a:r>
              <a:rPr lang="en-US" sz="2100" dirty="0">
                <a:solidFill>
                  <a:srgbClr val="000000"/>
                </a:solidFill>
                <a:latin typeface="Segoe UI" pitchFamily="34" charset="0"/>
                <a:ea typeface="Segoe UI" pitchFamily="34" charset="-122"/>
                <a:cs typeface="Segoe UI" pitchFamily="34" charset="-120"/>
              </a:rPr>
              <a:t>Fetch origin, then switch Current branch to claude/ground-cmd-10.</a:t>
            </a:r>
            <a:endParaRPr lang="en-US" sz="2100" dirty="0"/>
          </a:p>
        </p:txBody>
      </p:sp>
      <p:sp>
        <p:nvSpPr>
          <p:cNvPr id="23" name="Text 20"/>
          <p:cNvSpPr/>
          <p:nvPr/>
        </p:nvSpPr>
        <p:spPr>
          <a:xfrm>
            <a:off x="1809750" y="3177480"/>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2</a:t>
            </a:r>
            <a:endParaRPr lang="en-US" sz="2250" dirty="0"/>
          </a:p>
        </p:txBody>
      </p:sp>
      <p:sp>
        <p:nvSpPr>
          <p:cNvPr id="24" name="Text 21"/>
          <p:cNvSpPr/>
          <p:nvPr/>
        </p:nvSpPr>
        <p:spPr>
          <a:xfrm>
            <a:off x="2266950" y="3196530"/>
            <a:ext cx="7459980"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b="1" dirty="0">
                <a:solidFill>
                  <a:srgbClr val="000000"/>
                </a:solidFill>
                <a:latin typeface="Segoe UI" pitchFamily="34" charset="0"/>
                <a:ea typeface="Segoe UI" pitchFamily="34" charset="-122"/>
                <a:cs typeface="Segoe UI" pitchFamily="34" charset="-120"/>
              </a:rPr>
              <a:t>PlatformIO: </a:t>
            </a:r>
            <a:r>
              <a:rPr lang="en-US" sz="2100" dirty="0">
                <a:solidFill>
                  <a:srgbClr val="000000"/>
                </a:solidFill>
                <a:latin typeface="Segoe UI" pitchFamily="34" charset="0"/>
                <a:ea typeface="Segoe UI" pitchFamily="34" charset="-122"/>
                <a:cs typeface="Segoe UI" pitchFamily="34" charset="-120"/>
              </a:rPr>
              <a:t>Build, then Upload to KestrelSAT over USB.</a:t>
            </a:r>
            <a:endParaRPr lang="en-US" sz="2100" dirty="0"/>
          </a:p>
        </p:txBody>
      </p:sp>
      <p:sp>
        <p:nvSpPr>
          <p:cNvPr id="25" name="Text 22"/>
          <p:cNvSpPr/>
          <p:nvPr/>
        </p:nvSpPr>
        <p:spPr>
          <a:xfrm>
            <a:off x="1809750" y="3806130"/>
            <a:ext cx="5334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1F6FB2"/>
                </a:solidFill>
                <a:latin typeface="Segoe UI" pitchFamily="34" charset="0"/>
                <a:ea typeface="Segoe UI" pitchFamily="34" charset="-122"/>
                <a:cs typeface="Segoe UI" pitchFamily="34" charset="-120"/>
              </a:rPr>
              <a:t>3</a:t>
            </a:r>
            <a:endParaRPr lang="en-US" sz="2250" dirty="0"/>
          </a:p>
        </p:txBody>
      </p:sp>
      <p:sp>
        <p:nvSpPr>
          <p:cNvPr id="26" name="Text 23"/>
          <p:cNvSpPr/>
          <p:nvPr/>
        </p:nvSpPr>
        <p:spPr>
          <a:xfrm>
            <a:off x="2266950" y="3825180"/>
            <a:ext cx="6985254"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b="1" dirty="0">
                <a:solidFill>
                  <a:srgbClr val="000000"/>
                </a:solidFill>
                <a:latin typeface="Segoe UI" pitchFamily="34" charset="0"/>
                <a:ea typeface="Segoe UI" pitchFamily="34" charset="-122"/>
                <a:cs typeface="Segoe UI" pitchFamily="34" charset="-120"/>
              </a:rPr>
              <a:t>KestrelSAT GCS: </a:t>
            </a:r>
            <a:r>
              <a:rPr lang="en-US" sz="2100" dirty="0">
                <a:solidFill>
                  <a:srgbClr val="000000"/>
                </a:solidFill>
                <a:latin typeface="Segoe UI" pitchFamily="34" charset="0"/>
                <a:ea typeface="Segoe UI" pitchFamily="34" charset="-122"/>
                <a:cs typeface="Segoe UI" pitchFamily="34" charset="-120"/>
              </a:rPr>
              <a:t>connect to the XBee port, send 10, open the plot window.</a:t>
            </a:r>
            <a:endParaRPr lang="en-US" sz="2100" dirty="0"/>
          </a:p>
        </p:txBody>
      </p:sp>
      <p:pic>
        <p:nvPicPr>
          <p:cNvPr id="27" name="Image 1" descr="preencoded.png"/>
          <p:cNvPicPr>
            <a:picLocks noChangeAspect="1"/>
          </p:cNvPicPr>
          <p:nvPr/>
        </p:nvPicPr>
        <p:blipFill>
          <a:blip r:embed="rId3"/>
          <a:srcRect l="-442" r="-442"/>
          <a:stretch/>
        </p:blipFill>
        <p:spPr>
          <a:xfrm>
            <a:off x="9241269" y="1943249"/>
            <a:ext cx="4246131" cy="4219426"/>
          </a:xfrm>
          <a:prstGeom prst="rect">
            <a:avLst/>
          </a:prstGeom>
        </p:spPr>
      </p:pic>
      <p:sp>
        <p:nvSpPr>
          <p:cNvPr id="28" name="Text 24"/>
          <p:cNvSpPr/>
          <p:nvPr/>
        </p:nvSpPr>
        <p:spPr>
          <a:xfrm>
            <a:off x="1809750" y="6572250"/>
            <a:ext cx="5507563"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PASS CRITERIA (FROM THE REQUIREMENT)</a:t>
            </a:r>
            <a:endParaRPr lang="en-US" sz="1800" dirty="0"/>
          </a:p>
        </p:txBody>
      </p:sp>
      <p:sp>
        <p:nvSpPr>
          <p:cNvPr id="29" name="Text 25"/>
          <p:cNvSpPr/>
          <p:nvPr/>
        </p:nvSpPr>
        <p:spPr>
          <a:xfrm>
            <a:off x="1809750" y="7000875"/>
            <a:ext cx="12845415" cy="403771"/>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One line per command, with all five values: </a:t>
            </a:r>
            <a:r>
              <a:rPr lang="en-US" sz="1800" dirty="0">
                <a:solidFill>
                  <a:srgbClr val="000000"/>
                </a:solidFill>
                <a:highlight>
                  <a:srgbClr val="F2F2F2"/>
                </a:highlight>
                <a:latin typeface="Cascadia Mono" pitchFamily="34" charset="0"/>
                <a:ea typeface="Cascadia Mono" pitchFamily="34" charset="-122"/>
                <a:cs typeface="Cascadia Mono" pitchFamily="34" charset="-120"/>
              </a:rPr>
              <a:t>V:3.912,SOC:84.2,gZ:0.12,mX:-21.40,mY:14.75</a:t>
            </a:r>
            <a:endParaRPr lang="en-US" sz="2100" dirty="0"/>
          </a:p>
        </p:txBody>
      </p:sp>
      <p:sp>
        <p:nvSpPr>
          <p:cNvPr id="30" name="Text 26"/>
          <p:cNvSpPr/>
          <p:nvPr/>
        </p:nvSpPr>
        <p:spPr>
          <a:xfrm>
            <a:off x="1809750" y="7499896"/>
            <a:ext cx="1284541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Values are plausible: V 3.0–4.2, SOC 0–100, gZ ≈ 0 at rest.</a:t>
            </a:r>
            <a:endParaRPr lang="en-US" sz="2100" dirty="0"/>
          </a:p>
        </p:txBody>
      </p:sp>
      <p:sp>
        <p:nvSpPr>
          <p:cNvPr id="31" name="Text 27"/>
          <p:cNvSpPr/>
          <p:nvPr/>
        </p:nvSpPr>
        <p:spPr>
          <a:xfrm>
            <a:off x="1809750" y="7993261"/>
            <a:ext cx="1284541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Rotate KestrelSAT: gZ, mX, and mY respond in the GCS plot.</a:t>
            </a:r>
            <a:endParaRPr lang="en-US" sz="2100" dirty="0"/>
          </a:p>
        </p:txBody>
      </p:sp>
      <p:sp>
        <p:nvSpPr>
          <p:cNvPr id="32" name="Text 28"/>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33" name="Text 29"/>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15</a:t>
            </a:r>
            <a:endParaRPr lang="en-US" sz="1800" dirty="0"/>
          </a:p>
        </p:txBody>
      </p:sp>
      <p:pic>
        <p:nvPicPr>
          <p:cNvPr id="35" name="Image 0" descr="preencoded.png">
            <a:extLst>
              <a:ext uri="{FF2B5EF4-FFF2-40B4-BE49-F238E27FC236}">
                <a16:creationId xmlns:a16="http://schemas.microsoft.com/office/drawing/2014/main" id="{A8BE2290-4728-88E3-17BD-CDFF1DFE0D5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79053"/>
          </a:xfrm>
          <a:prstGeom prst="rect">
            <a:avLst/>
          </a:prstGeom>
          <a:noFill/>
          <a:ln/>
        </p:spPr>
        <p:txBody>
          <a:bodyPr wrap="square" lIns="25400" tIns="25400" rIns="25400" bIns="25400" rtlCol="0" anchor="t">
            <a:normAutofit/>
          </a:bodyPr>
          <a:lstStyle/>
          <a:p>
            <a:pPr marL="0" indent="0" algn="l">
              <a:lnSpc>
                <a:spcPct val="81613"/>
              </a:lnSpc>
              <a:buNone/>
            </a:pPr>
            <a:r>
              <a:rPr lang="en-US" sz="1725" b="1" dirty="0">
                <a:solidFill>
                  <a:srgbClr val="00B0F0"/>
                </a:solidFill>
                <a:latin typeface="Segoe UI" pitchFamily="34" charset="0"/>
                <a:ea typeface="Segoe UI" pitchFamily="34" charset="-122"/>
                <a:cs typeface="Segoe UI" pitchFamily="34" charset="-120"/>
              </a:rPr>
              <a:t>5 Adjudicate</a:t>
            </a:r>
            <a:endParaRPr lang="en-US" sz="1725" dirty="0"/>
          </a:p>
        </p:txBody>
      </p:sp>
      <p:sp>
        <p:nvSpPr>
          <p:cNvPr id="11" name="Text 8"/>
          <p:cNvSpPr/>
          <p:nvPr/>
        </p:nvSpPr>
        <p:spPr>
          <a:xfrm>
            <a:off x="133350" y="5063877"/>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48598"/>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33318"/>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Step 5: Iterate &amp; Merge</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524000"/>
            <a:ext cx="1742480" cy="381000"/>
          </a:xfrm>
          <a:prstGeom prst="roundRect">
            <a:avLst>
              <a:gd name="adj" fmla="val 10000"/>
            </a:avLst>
          </a:prstGeom>
          <a:solidFill>
            <a:srgbClr val="3E8E52"/>
          </a:solidFill>
          <a:ln/>
        </p:spPr>
        <p:txBody>
          <a:bodyPr/>
          <a:lstStyle/>
          <a:p>
            <a:endParaRPr lang="en-US"/>
          </a:p>
        </p:txBody>
      </p:sp>
      <p:sp>
        <p:nvSpPr>
          <p:cNvPr id="18" name="Text 15"/>
          <p:cNvSpPr/>
          <p:nvPr/>
        </p:nvSpPr>
        <p:spPr>
          <a:xfrm>
            <a:off x="1943100" y="1562100"/>
            <a:ext cx="1551980"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ADJUDICATE</a:t>
            </a:r>
            <a:endParaRPr lang="en-US" sz="1800" dirty="0"/>
          </a:p>
        </p:txBody>
      </p:sp>
      <p:sp>
        <p:nvSpPr>
          <p:cNvPr id="19" name="Shape 16"/>
          <p:cNvSpPr/>
          <p:nvPr/>
        </p:nvSpPr>
        <p:spPr>
          <a:xfrm>
            <a:off x="3647480" y="1524000"/>
            <a:ext cx="1211163" cy="381000"/>
          </a:xfrm>
          <a:prstGeom prst="roundRect">
            <a:avLst>
              <a:gd name="adj" fmla="val 10000"/>
            </a:avLst>
          </a:prstGeom>
          <a:solidFill>
            <a:srgbClr val="000000"/>
          </a:solidFill>
          <a:ln/>
        </p:spPr>
        <p:txBody>
          <a:bodyPr/>
          <a:lstStyle/>
          <a:p>
            <a:endParaRPr lang="en-US"/>
          </a:p>
        </p:txBody>
      </p:sp>
      <p:sp>
        <p:nvSpPr>
          <p:cNvPr id="20" name="Text 17"/>
          <p:cNvSpPr/>
          <p:nvPr/>
        </p:nvSpPr>
        <p:spPr>
          <a:xfrm>
            <a:off x="3780830" y="1562100"/>
            <a:ext cx="1020663"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FFFFFF"/>
                </a:solidFill>
                <a:latin typeface="Segoe UI" pitchFamily="34" charset="0"/>
                <a:ea typeface="Segoe UI" pitchFamily="34" charset="-122"/>
                <a:cs typeface="Segoe UI" pitchFamily="34" charset="-120"/>
              </a:rPr>
              <a:t>ITERATE</a:t>
            </a:r>
            <a:endParaRPr lang="en-US" sz="1800" dirty="0"/>
          </a:p>
        </p:txBody>
      </p:sp>
      <p:sp>
        <p:nvSpPr>
          <p:cNvPr id="21" name="Text 18"/>
          <p:cNvSpPr/>
          <p:nvPr/>
        </p:nvSpPr>
        <p:spPr>
          <a:xfrm>
            <a:off x="1809750" y="2143125"/>
            <a:ext cx="6213158" cy="447675"/>
          </a:xfrm>
          <a:prstGeom prst="rect">
            <a:avLst/>
          </a:prstGeom>
          <a:noFill/>
          <a:ln/>
        </p:spPr>
        <p:txBody>
          <a:bodyPr wrap="square" lIns="25400" tIns="25400" rIns="25400" bIns="25400" rtlCol="0" anchor="t">
            <a:normAutofit/>
          </a:bodyPr>
          <a:lstStyle/>
          <a:p>
            <a:pPr marL="0" indent="0" algn="l">
              <a:buNone/>
            </a:pPr>
            <a:r>
              <a:rPr lang="en-US" sz="2400" b="1" dirty="0">
                <a:solidFill>
                  <a:srgbClr val="000000"/>
                </a:solidFill>
                <a:latin typeface="Segoe UI" pitchFamily="34" charset="0"/>
                <a:ea typeface="Segoe UI" pitchFamily="34" charset="-122"/>
                <a:cs typeface="Segoe UI" pitchFamily="34" charset="-120"/>
              </a:rPr>
              <a:t>If it fails</a:t>
            </a:r>
            <a:endParaRPr lang="en-US" sz="2400" dirty="0"/>
          </a:p>
        </p:txBody>
      </p:sp>
      <p:sp>
        <p:nvSpPr>
          <p:cNvPr id="22" name="Text 19"/>
          <p:cNvSpPr/>
          <p:nvPr/>
        </p:nvSpPr>
        <p:spPr>
          <a:xfrm>
            <a:off x="1809750" y="2724150"/>
            <a:ext cx="5817775"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Report what you observed and paste the output.</a:t>
            </a:r>
            <a:endParaRPr lang="en-US" sz="2100" dirty="0"/>
          </a:p>
        </p:txBody>
      </p:sp>
      <p:sp>
        <p:nvSpPr>
          <p:cNvPr id="23" name="Shape 20"/>
          <p:cNvSpPr/>
          <p:nvPr/>
        </p:nvSpPr>
        <p:spPr>
          <a:xfrm>
            <a:off x="1809750" y="3615630"/>
            <a:ext cx="5648325" cy="2441972"/>
          </a:xfrm>
          <a:prstGeom prst="roundRect">
            <a:avLst>
              <a:gd name="adj" fmla="val 2340"/>
            </a:avLst>
          </a:prstGeom>
          <a:solidFill>
            <a:srgbClr val="F2F2F2"/>
          </a:solidFill>
          <a:ln/>
        </p:spPr>
        <p:txBody>
          <a:bodyPr/>
          <a:lstStyle/>
          <a:p>
            <a:endParaRPr lang="en-US"/>
          </a:p>
        </p:txBody>
      </p:sp>
      <p:sp>
        <p:nvSpPr>
          <p:cNvPr id="24" name="Text 21"/>
          <p:cNvSpPr/>
          <p:nvPr/>
        </p:nvSpPr>
        <p:spPr>
          <a:xfrm>
            <a:off x="2038350" y="3806130"/>
            <a:ext cx="5710237"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YOU</a:t>
            </a:r>
            <a:endParaRPr lang="en-US" sz="1800" dirty="0"/>
          </a:p>
        </p:txBody>
      </p:sp>
      <p:sp>
        <p:nvSpPr>
          <p:cNvPr id="25" name="Text 22"/>
          <p:cNvSpPr/>
          <p:nvPr/>
        </p:nvSpPr>
        <p:spPr>
          <a:xfrm>
            <a:off x="2038350" y="4187130"/>
            <a:ext cx="5346859" cy="1375172"/>
          </a:xfrm>
          <a:prstGeom prst="rect">
            <a:avLst/>
          </a:prstGeom>
          <a:noFill/>
          <a:ln/>
        </p:spPr>
        <p:txBody>
          <a:bodyPr wrap="square" lIns="25400" tIns="25400" rIns="25400" bIns="25400" rtlCol="0" anchor="t">
            <a:normAutofit/>
          </a:bodyPr>
          <a:lstStyle/>
          <a:p>
            <a:pPr marL="0" indent="0" algn="l">
              <a:lnSpc>
                <a:spcPct val="100286"/>
              </a:lnSpc>
              <a:buNone/>
            </a:pPr>
            <a:r>
              <a:rPr lang="en-US" sz="1950" dirty="0">
                <a:solidFill>
                  <a:srgbClr val="000000"/>
                </a:solidFill>
                <a:latin typeface="Segoe UI" pitchFamily="34" charset="0"/>
                <a:ea typeface="Segoe UI" pitchFamily="34" charset="-122"/>
                <a:cs typeface="Segoe UI" pitchFamily="34" charset="-120"/>
              </a:rPr>
              <a:t>On hardware, command 10 returns V and SOC correctly, but gZ, mX, and mY are always 0.00. Serial output below. Find the cause and explain it before changing code.</a:t>
            </a:r>
            <a:endParaRPr lang="en-US" sz="1950" dirty="0"/>
          </a:p>
        </p:txBody>
      </p:sp>
      <p:sp>
        <p:nvSpPr>
          <p:cNvPr id="26" name="Text 23"/>
          <p:cNvSpPr/>
          <p:nvPr/>
        </p:nvSpPr>
        <p:spPr>
          <a:xfrm>
            <a:off x="2038350" y="5600402"/>
            <a:ext cx="5710237"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04040"/>
                </a:solidFill>
                <a:latin typeface="Cascadia Mono" pitchFamily="34" charset="0"/>
                <a:ea typeface="Cascadia Mono" pitchFamily="34" charset="-122"/>
                <a:cs typeface="Cascadia Mono" pitchFamily="34" charset="-120"/>
              </a:rPr>
              <a:t>[paste Serial output]</a:t>
            </a:r>
            <a:endParaRPr lang="en-US" sz="1800" dirty="0"/>
          </a:p>
        </p:txBody>
      </p:sp>
      <p:sp>
        <p:nvSpPr>
          <p:cNvPr id="27" name="Text 24"/>
          <p:cNvSpPr/>
          <p:nvPr/>
        </p:nvSpPr>
        <p:spPr>
          <a:xfrm>
            <a:off x="1809750" y="6229052"/>
            <a:ext cx="5817775"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The agent pushes a new commit to the same branch. Fetch, build, upload, retest.</a:t>
            </a:r>
            <a:endParaRPr lang="en-US" sz="2100" dirty="0"/>
          </a:p>
        </p:txBody>
      </p:sp>
      <p:sp>
        <p:nvSpPr>
          <p:cNvPr id="28" name="Text 25"/>
          <p:cNvSpPr/>
          <p:nvPr/>
        </p:nvSpPr>
        <p:spPr>
          <a:xfrm>
            <a:off x="7839075" y="2143125"/>
            <a:ext cx="6213158" cy="447675"/>
          </a:xfrm>
          <a:prstGeom prst="rect">
            <a:avLst/>
          </a:prstGeom>
          <a:noFill/>
          <a:ln/>
        </p:spPr>
        <p:txBody>
          <a:bodyPr wrap="square" lIns="25400" tIns="25400" rIns="25400" bIns="25400" rtlCol="0" anchor="t">
            <a:normAutofit/>
          </a:bodyPr>
          <a:lstStyle/>
          <a:p>
            <a:pPr marL="0" indent="0" algn="l">
              <a:buNone/>
            </a:pPr>
            <a:r>
              <a:rPr lang="en-US" sz="2400" b="1" dirty="0">
                <a:solidFill>
                  <a:srgbClr val="000000"/>
                </a:solidFill>
                <a:latin typeface="Segoe UI" pitchFamily="34" charset="0"/>
                <a:ea typeface="Segoe UI" pitchFamily="34" charset="-122"/>
                <a:cs typeface="Segoe UI" pitchFamily="34" charset="-120"/>
              </a:rPr>
              <a:t>If it passes</a:t>
            </a:r>
            <a:endParaRPr lang="en-US" sz="2400" dirty="0"/>
          </a:p>
        </p:txBody>
      </p:sp>
      <p:sp>
        <p:nvSpPr>
          <p:cNvPr id="29" name="Text 26"/>
          <p:cNvSpPr/>
          <p:nvPr/>
        </p:nvSpPr>
        <p:spPr>
          <a:xfrm>
            <a:off x="7839075" y="2724150"/>
            <a:ext cx="495300"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1F6FB2"/>
                </a:solidFill>
                <a:latin typeface="Segoe UI" pitchFamily="34" charset="0"/>
                <a:ea typeface="Segoe UI" pitchFamily="34" charset="-122"/>
                <a:cs typeface="Segoe UI" pitchFamily="34" charset="-120"/>
              </a:rPr>
              <a:t>1</a:t>
            </a:r>
            <a:endParaRPr lang="en-US" sz="2100" dirty="0"/>
          </a:p>
        </p:txBody>
      </p:sp>
      <p:sp>
        <p:nvSpPr>
          <p:cNvPr id="30" name="Text 27"/>
          <p:cNvSpPr/>
          <p:nvPr/>
        </p:nvSpPr>
        <p:spPr>
          <a:xfrm>
            <a:off x="8258175" y="2724150"/>
            <a:ext cx="5752148"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Merge the PR on GitHub.</a:t>
            </a:r>
            <a:endParaRPr lang="en-US" sz="2100" dirty="0"/>
          </a:p>
        </p:txBody>
      </p:sp>
      <p:sp>
        <p:nvSpPr>
          <p:cNvPr id="31" name="Text 28"/>
          <p:cNvSpPr/>
          <p:nvPr/>
        </p:nvSpPr>
        <p:spPr>
          <a:xfrm>
            <a:off x="7839075" y="3255615"/>
            <a:ext cx="495300"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1F6FB2"/>
                </a:solidFill>
                <a:latin typeface="Segoe UI" pitchFamily="34" charset="0"/>
                <a:ea typeface="Segoe UI" pitchFamily="34" charset="-122"/>
                <a:cs typeface="Segoe UI" pitchFamily="34" charset="-120"/>
              </a:rPr>
              <a:t>2</a:t>
            </a:r>
            <a:endParaRPr lang="en-US" sz="2100" dirty="0"/>
          </a:p>
        </p:txBody>
      </p:sp>
      <p:sp>
        <p:nvSpPr>
          <p:cNvPr id="32" name="Text 29"/>
          <p:cNvSpPr/>
          <p:nvPr/>
        </p:nvSpPr>
        <p:spPr>
          <a:xfrm>
            <a:off x="8258175" y="3255615"/>
            <a:ext cx="5752148"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GitHub Desktop: switch to main, Pull origin.</a:t>
            </a:r>
            <a:endParaRPr lang="en-US" sz="2100" dirty="0"/>
          </a:p>
        </p:txBody>
      </p:sp>
      <p:sp>
        <p:nvSpPr>
          <p:cNvPr id="33" name="Text 30"/>
          <p:cNvSpPr/>
          <p:nvPr/>
        </p:nvSpPr>
        <p:spPr>
          <a:xfrm>
            <a:off x="7839075" y="3787080"/>
            <a:ext cx="495300"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1F6FB2"/>
                </a:solidFill>
                <a:latin typeface="Segoe UI" pitchFamily="34" charset="0"/>
                <a:ea typeface="Segoe UI" pitchFamily="34" charset="-122"/>
                <a:cs typeface="Segoe UI" pitchFamily="34" charset="-120"/>
              </a:rPr>
              <a:t>3</a:t>
            </a:r>
            <a:endParaRPr lang="en-US" sz="2100" dirty="0"/>
          </a:p>
        </p:txBody>
      </p:sp>
      <p:sp>
        <p:nvSpPr>
          <p:cNvPr id="34" name="Text 31"/>
          <p:cNvSpPr/>
          <p:nvPr/>
        </p:nvSpPr>
        <p:spPr>
          <a:xfrm>
            <a:off x="8258175" y="3787080"/>
            <a:ext cx="5386102"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Start a new session for the next requirement.</a:t>
            </a:r>
            <a:endParaRPr lang="en-US" sz="2100" dirty="0"/>
          </a:p>
        </p:txBody>
      </p:sp>
      <p:sp>
        <p:nvSpPr>
          <p:cNvPr id="35" name="Text 32"/>
          <p:cNvSpPr/>
          <p:nvPr/>
        </p:nvSpPr>
        <p:spPr>
          <a:xfrm>
            <a:off x="7839075" y="4678561"/>
            <a:ext cx="495300"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1F6FB2"/>
                </a:solidFill>
                <a:latin typeface="Segoe UI" pitchFamily="34" charset="0"/>
                <a:ea typeface="Segoe UI" pitchFamily="34" charset="-122"/>
                <a:cs typeface="Segoe UI" pitchFamily="34" charset="-120"/>
              </a:rPr>
              <a:t>4</a:t>
            </a:r>
            <a:endParaRPr lang="en-US" sz="2100" dirty="0"/>
          </a:p>
        </p:txBody>
      </p:sp>
      <p:sp>
        <p:nvSpPr>
          <p:cNvPr id="36" name="Text 33"/>
          <p:cNvSpPr/>
          <p:nvPr/>
        </p:nvSpPr>
        <p:spPr>
          <a:xfrm>
            <a:off x="8258175" y="4678561"/>
            <a:ext cx="5386102"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Add a rule to CLAUDE.md for any mistake the agent made twice.</a:t>
            </a:r>
            <a:endParaRPr lang="en-US" sz="2100" dirty="0"/>
          </a:p>
        </p:txBody>
      </p:sp>
      <p:sp>
        <p:nvSpPr>
          <p:cNvPr id="37" name="Text 34"/>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38" name="Text 35"/>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16</a:t>
            </a:r>
            <a:endParaRPr lang="en-US" sz="1800" dirty="0"/>
          </a:p>
        </p:txBody>
      </p:sp>
      <p:pic>
        <p:nvPicPr>
          <p:cNvPr id="40" name="Image 0" descr="preencoded.png">
            <a:extLst>
              <a:ext uri="{FF2B5EF4-FFF2-40B4-BE49-F238E27FC236}">
                <a16:creationId xmlns:a16="http://schemas.microsoft.com/office/drawing/2014/main" id="{83B4DF01-0FD5-511E-665C-E20B76A2DB9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Common Failure Modes</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Shape 14"/>
          <p:cNvSpPr/>
          <p:nvPr/>
        </p:nvSpPr>
        <p:spPr>
          <a:xfrm>
            <a:off x="1809750" y="1714500"/>
            <a:ext cx="2381250" cy="626715"/>
          </a:xfrm>
          <a:prstGeom prst="rect">
            <a:avLst/>
          </a:prstGeom>
          <a:solidFill>
            <a:srgbClr val="152A47"/>
          </a:solidFill>
          <a:ln/>
        </p:spPr>
        <p:txBody>
          <a:bodyPr/>
          <a:lstStyle/>
          <a:p>
            <a:endParaRPr lang="en-US"/>
          </a:p>
        </p:txBody>
      </p:sp>
      <p:sp>
        <p:nvSpPr>
          <p:cNvPr id="18" name="Text 15"/>
          <p:cNvSpPr/>
          <p:nvPr/>
        </p:nvSpPr>
        <p:spPr>
          <a:xfrm>
            <a:off x="1981200" y="1866900"/>
            <a:ext cx="2114550"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Failure</a:t>
            </a:r>
            <a:endParaRPr lang="en-US" sz="1950" dirty="0"/>
          </a:p>
        </p:txBody>
      </p:sp>
      <p:sp>
        <p:nvSpPr>
          <p:cNvPr id="19" name="Shape 16"/>
          <p:cNvSpPr/>
          <p:nvPr/>
        </p:nvSpPr>
        <p:spPr>
          <a:xfrm>
            <a:off x="4191000" y="1714500"/>
            <a:ext cx="5581650" cy="626715"/>
          </a:xfrm>
          <a:prstGeom prst="rect">
            <a:avLst/>
          </a:prstGeom>
          <a:solidFill>
            <a:srgbClr val="152A47"/>
          </a:solidFill>
          <a:ln/>
        </p:spPr>
        <p:txBody>
          <a:bodyPr/>
          <a:lstStyle/>
          <a:p>
            <a:endParaRPr lang="en-US"/>
          </a:p>
        </p:txBody>
      </p:sp>
      <p:sp>
        <p:nvSpPr>
          <p:cNvPr id="20" name="Text 17"/>
          <p:cNvSpPr/>
          <p:nvPr/>
        </p:nvSpPr>
        <p:spPr>
          <a:xfrm>
            <a:off x="4362450" y="1866900"/>
            <a:ext cx="5406200"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KestrelSAT example</a:t>
            </a:r>
            <a:endParaRPr lang="en-US" sz="1950" dirty="0"/>
          </a:p>
        </p:txBody>
      </p:sp>
      <p:sp>
        <p:nvSpPr>
          <p:cNvPr id="21" name="Shape 18"/>
          <p:cNvSpPr/>
          <p:nvPr/>
        </p:nvSpPr>
        <p:spPr>
          <a:xfrm>
            <a:off x="9772650" y="1714500"/>
            <a:ext cx="3714750" cy="626715"/>
          </a:xfrm>
          <a:prstGeom prst="rect">
            <a:avLst/>
          </a:prstGeom>
          <a:solidFill>
            <a:srgbClr val="152A47"/>
          </a:solidFill>
          <a:ln/>
        </p:spPr>
        <p:txBody>
          <a:bodyPr/>
          <a:lstStyle/>
          <a:p>
            <a:endParaRPr lang="en-US"/>
          </a:p>
        </p:txBody>
      </p:sp>
      <p:sp>
        <p:nvSpPr>
          <p:cNvPr id="22" name="Text 19"/>
          <p:cNvSpPr/>
          <p:nvPr/>
        </p:nvSpPr>
        <p:spPr>
          <a:xfrm>
            <a:off x="9944100" y="1866900"/>
            <a:ext cx="3483293"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FFFFFF"/>
                </a:solidFill>
                <a:latin typeface="Segoe UI" pitchFamily="34" charset="0"/>
                <a:ea typeface="Segoe UI" pitchFamily="34" charset="-122"/>
                <a:cs typeface="Segoe UI" pitchFamily="34" charset="-120"/>
              </a:rPr>
              <a:t>How you catch it</a:t>
            </a:r>
            <a:endParaRPr lang="en-US" sz="1950" dirty="0"/>
          </a:p>
        </p:txBody>
      </p:sp>
      <p:sp>
        <p:nvSpPr>
          <p:cNvPr id="23" name="Shape 20"/>
          <p:cNvSpPr/>
          <p:nvPr/>
        </p:nvSpPr>
        <p:spPr>
          <a:xfrm>
            <a:off x="1809750" y="3341191"/>
            <a:ext cx="2381250" cy="19050"/>
          </a:xfrm>
          <a:prstGeom prst="rect">
            <a:avLst/>
          </a:prstGeom>
          <a:solidFill>
            <a:srgbClr val="BFBFBF"/>
          </a:solidFill>
          <a:ln/>
        </p:spPr>
        <p:txBody>
          <a:bodyPr/>
          <a:lstStyle/>
          <a:p>
            <a:endParaRPr lang="en-US"/>
          </a:p>
        </p:txBody>
      </p:sp>
      <p:sp>
        <p:nvSpPr>
          <p:cNvPr id="24" name="Text 21"/>
          <p:cNvSpPr/>
          <p:nvPr/>
        </p:nvSpPr>
        <p:spPr>
          <a:xfrm>
            <a:off x="1981200" y="2512665"/>
            <a:ext cx="2114550" cy="695176"/>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Invented function</a:t>
            </a:r>
            <a:endParaRPr lang="en-US" sz="1950" dirty="0"/>
          </a:p>
        </p:txBody>
      </p:sp>
      <p:sp>
        <p:nvSpPr>
          <p:cNvPr id="25" name="Shape 22"/>
          <p:cNvSpPr/>
          <p:nvPr/>
        </p:nvSpPr>
        <p:spPr>
          <a:xfrm>
            <a:off x="4191000" y="3341191"/>
            <a:ext cx="5581650" cy="19050"/>
          </a:xfrm>
          <a:prstGeom prst="rect">
            <a:avLst/>
          </a:prstGeom>
          <a:solidFill>
            <a:srgbClr val="BFBFBF"/>
          </a:solidFill>
          <a:ln/>
        </p:spPr>
        <p:txBody>
          <a:bodyPr/>
          <a:lstStyle/>
          <a:p>
            <a:endParaRPr lang="en-US"/>
          </a:p>
        </p:txBody>
      </p:sp>
      <p:sp>
        <p:nvSpPr>
          <p:cNvPr id="26" name="Text 23"/>
          <p:cNvSpPr/>
          <p:nvPr/>
        </p:nvSpPr>
        <p:spPr>
          <a:xfrm>
            <a:off x="4362450" y="2512665"/>
            <a:ext cx="5406200" cy="695176"/>
          </a:xfrm>
          <a:prstGeom prst="rect">
            <a:avLst/>
          </a:prstGeom>
          <a:noFill/>
          <a:ln/>
        </p:spPr>
        <p:txBody>
          <a:bodyPr wrap="square" lIns="25400" tIns="25400" rIns="25400" bIns="25400" rtlCol="0" anchor="t">
            <a:normAutofit/>
          </a:bodyPr>
          <a:lstStyle/>
          <a:p>
            <a:pPr marL="0" indent="0" algn="l">
              <a:lnSpc>
                <a:spcPct val="96571"/>
              </a:lnSpc>
              <a:buNone/>
            </a:pPr>
            <a:r>
              <a:rPr lang="en-US" sz="1800" dirty="0">
                <a:solidFill>
                  <a:srgbClr val="000000"/>
                </a:solidFill>
                <a:latin typeface="Cascadia Mono" pitchFamily="34" charset="0"/>
                <a:ea typeface="Cascadia Mono" pitchFamily="34" charset="-122"/>
                <a:cs typeface="Cascadia Mono" pitchFamily="34" charset="-120"/>
              </a:rPr>
              <a:t>imu_sensor.getGyroZ() </a:t>
            </a:r>
            <a:r>
              <a:rPr lang="en-US" sz="1950" dirty="0">
                <a:solidFill>
                  <a:srgbClr val="000000"/>
                </a:solidFill>
                <a:latin typeface="Segoe UI" pitchFamily="34" charset="0"/>
                <a:ea typeface="Segoe UI" pitchFamily="34" charset="-122"/>
                <a:cs typeface="Segoe UI" pitchFamily="34" charset="-120"/>
              </a:rPr>
              <a:t>(the library provides gyrZ())</a:t>
            </a:r>
            <a:endParaRPr lang="en-US" sz="1950" dirty="0"/>
          </a:p>
        </p:txBody>
      </p:sp>
      <p:sp>
        <p:nvSpPr>
          <p:cNvPr id="27" name="Shape 24"/>
          <p:cNvSpPr/>
          <p:nvPr/>
        </p:nvSpPr>
        <p:spPr>
          <a:xfrm>
            <a:off x="9772650" y="3341191"/>
            <a:ext cx="3714750" cy="19050"/>
          </a:xfrm>
          <a:prstGeom prst="rect">
            <a:avLst/>
          </a:prstGeom>
          <a:solidFill>
            <a:srgbClr val="BFBFBF"/>
          </a:solidFill>
          <a:ln/>
        </p:spPr>
        <p:txBody>
          <a:bodyPr/>
          <a:lstStyle/>
          <a:p>
            <a:endParaRPr lang="en-US"/>
          </a:p>
        </p:txBody>
      </p:sp>
      <p:sp>
        <p:nvSpPr>
          <p:cNvPr id="28" name="Text 25"/>
          <p:cNvSpPr/>
          <p:nvPr/>
        </p:nvSpPr>
        <p:spPr>
          <a:xfrm>
            <a:off x="9944100" y="2512665"/>
            <a:ext cx="3483293" cy="695176"/>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Build error; check the library header</a:t>
            </a:r>
            <a:endParaRPr lang="en-US" sz="1950" dirty="0"/>
          </a:p>
        </p:txBody>
      </p:sp>
      <p:sp>
        <p:nvSpPr>
          <p:cNvPr id="29" name="Shape 26"/>
          <p:cNvSpPr/>
          <p:nvPr/>
        </p:nvSpPr>
        <p:spPr>
          <a:xfrm>
            <a:off x="1809750" y="4346972"/>
            <a:ext cx="2381250" cy="19050"/>
          </a:xfrm>
          <a:prstGeom prst="rect">
            <a:avLst/>
          </a:prstGeom>
          <a:solidFill>
            <a:srgbClr val="BFBFBF"/>
          </a:solidFill>
          <a:ln/>
        </p:spPr>
        <p:txBody>
          <a:bodyPr/>
          <a:lstStyle/>
          <a:p>
            <a:endParaRPr lang="en-US"/>
          </a:p>
        </p:txBody>
      </p:sp>
      <p:sp>
        <p:nvSpPr>
          <p:cNvPr id="30" name="Text 27"/>
          <p:cNvSpPr/>
          <p:nvPr/>
        </p:nvSpPr>
        <p:spPr>
          <a:xfrm>
            <a:off x="1981200" y="3531691"/>
            <a:ext cx="2114550"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Invented library</a:t>
            </a:r>
            <a:endParaRPr lang="en-US" sz="1950" dirty="0"/>
          </a:p>
        </p:txBody>
      </p:sp>
      <p:sp>
        <p:nvSpPr>
          <p:cNvPr id="31" name="Shape 28"/>
          <p:cNvSpPr/>
          <p:nvPr/>
        </p:nvSpPr>
        <p:spPr>
          <a:xfrm>
            <a:off x="4191000" y="4346972"/>
            <a:ext cx="5581650" cy="19050"/>
          </a:xfrm>
          <a:prstGeom prst="rect">
            <a:avLst/>
          </a:prstGeom>
          <a:solidFill>
            <a:srgbClr val="BFBFBF"/>
          </a:solidFill>
          <a:ln/>
        </p:spPr>
        <p:txBody>
          <a:bodyPr/>
          <a:lstStyle/>
          <a:p>
            <a:endParaRPr lang="en-US"/>
          </a:p>
        </p:txBody>
      </p:sp>
      <p:sp>
        <p:nvSpPr>
          <p:cNvPr id="32" name="Text 29"/>
          <p:cNvSpPr/>
          <p:nvPr/>
        </p:nvSpPr>
        <p:spPr>
          <a:xfrm>
            <a:off x="4362450" y="3531691"/>
            <a:ext cx="5406200"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lib_deps entry that isn’t in the PlatformIO registry</a:t>
            </a:r>
            <a:endParaRPr lang="en-US" sz="1950" dirty="0"/>
          </a:p>
        </p:txBody>
      </p:sp>
      <p:sp>
        <p:nvSpPr>
          <p:cNvPr id="33" name="Shape 30"/>
          <p:cNvSpPr/>
          <p:nvPr/>
        </p:nvSpPr>
        <p:spPr>
          <a:xfrm>
            <a:off x="9772650" y="4346972"/>
            <a:ext cx="3714750" cy="19050"/>
          </a:xfrm>
          <a:prstGeom prst="rect">
            <a:avLst/>
          </a:prstGeom>
          <a:solidFill>
            <a:srgbClr val="BFBFBF"/>
          </a:solidFill>
          <a:ln/>
        </p:spPr>
        <p:txBody>
          <a:bodyPr/>
          <a:lstStyle/>
          <a:p>
            <a:endParaRPr lang="en-US"/>
          </a:p>
        </p:txBody>
      </p:sp>
      <p:sp>
        <p:nvSpPr>
          <p:cNvPr id="34" name="Text 31"/>
          <p:cNvSpPr/>
          <p:nvPr/>
        </p:nvSpPr>
        <p:spPr>
          <a:xfrm>
            <a:off x="9944100" y="3531691"/>
            <a:ext cx="3483293"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Search it in PlatformIO Libraries</a:t>
            </a:r>
            <a:endParaRPr lang="en-US" sz="1950" dirty="0"/>
          </a:p>
        </p:txBody>
      </p:sp>
      <p:sp>
        <p:nvSpPr>
          <p:cNvPr id="35" name="Shape 32"/>
          <p:cNvSpPr/>
          <p:nvPr/>
        </p:nvSpPr>
        <p:spPr>
          <a:xfrm>
            <a:off x="1809750" y="5030837"/>
            <a:ext cx="2381250" cy="19050"/>
          </a:xfrm>
          <a:prstGeom prst="rect">
            <a:avLst/>
          </a:prstGeom>
          <a:solidFill>
            <a:srgbClr val="BFBFBF"/>
          </a:solidFill>
          <a:ln/>
        </p:spPr>
        <p:txBody>
          <a:bodyPr/>
          <a:lstStyle/>
          <a:p>
            <a:endParaRPr lang="en-US"/>
          </a:p>
        </p:txBody>
      </p:sp>
      <p:sp>
        <p:nvSpPr>
          <p:cNvPr id="36" name="Text 33"/>
          <p:cNvSpPr/>
          <p:nvPr/>
        </p:nvSpPr>
        <p:spPr>
          <a:xfrm>
            <a:off x="1981200" y="4537472"/>
            <a:ext cx="2114550"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Pin conflict</a:t>
            </a:r>
            <a:endParaRPr lang="en-US" sz="1950" dirty="0"/>
          </a:p>
        </p:txBody>
      </p:sp>
      <p:sp>
        <p:nvSpPr>
          <p:cNvPr id="37" name="Shape 34"/>
          <p:cNvSpPr/>
          <p:nvPr/>
        </p:nvSpPr>
        <p:spPr>
          <a:xfrm>
            <a:off x="4191000" y="5030837"/>
            <a:ext cx="5581650" cy="19050"/>
          </a:xfrm>
          <a:prstGeom prst="rect">
            <a:avLst/>
          </a:prstGeom>
          <a:solidFill>
            <a:srgbClr val="BFBFBF"/>
          </a:solidFill>
          <a:ln/>
        </p:spPr>
        <p:txBody>
          <a:bodyPr/>
          <a:lstStyle/>
          <a:p>
            <a:endParaRPr lang="en-US"/>
          </a:p>
        </p:txBody>
      </p:sp>
      <p:sp>
        <p:nvSpPr>
          <p:cNvPr id="38" name="Text 35"/>
          <p:cNvSpPr/>
          <p:nvPr/>
        </p:nvSpPr>
        <p:spPr>
          <a:xfrm>
            <a:off x="4362450" y="4537472"/>
            <a:ext cx="5406200"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New sensor on pin 14, already ENCODER_PIN_A</a:t>
            </a:r>
            <a:endParaRPr lang="en-US" sz="1950" dirty="0"/>
          </a:p>
        </p:txBody>
      </p:sp>
      <p:sp>
        <p:nvSpPr>
          <p:cNvPr id="39" name="Shape 36"/>
          <p:cNvSpPr/>
          <p:nvPr/>
        </p:nvSpPr>
        <p:spPr>
          <a:xfrm>
            <a:off x="9772650" y="5030837"/>
            <a:ext cx="3714750" cy="19050"/>
          </a:xfrm>
          <a:prstGeom prst="rect">
            <a:avLst/>
          </a:prstGeom>
          <a:solidFill>
            <a:srgbClr val="BFBFBF"/>
          </a:solidFill>
          <a:ln/>
        </p:spPr>
        <p:txBody>
          <a:bodyPr/>
          <a:lstStyle/>
          <a:p>
            <a:endParaRPr lang="en-US"/>
          </a:p>
        </p:txBody>
      </p:sp>
      <p:sp>
        <p:nvSpPr>
          <p:cNvPr id="40" name="Text 37"/>
          <p:cNvSpPr/>
          <p:nvPr/>
        </p:nvSpPr>
        <p:spPr>
          <a:xfrm>
            <a:off x="9944100" y="4537472"/>
            <a:ext cx="3483293" cy="360015"/>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Compare against definitions.h</a:t>
            </a:r>
            <a:endParaRPr lang="en-US" sz="1950" dirty="0"/>
          </a:p>
        </p:txBody>
      </p:sp>
      <p:sp>
        <p:nvSpPr>
          <p:cNvPr id="41" name="Shape 38"/>
          <p:cNvSpPr/>
          <p:nvPr/>
        </p:nvSpPr>
        <p:spPr>
          <a:xfrm>
            <a:off x="1809750" y="5727948"/>
            <a:ext cx="2381250" cy="19050"/>
          </a:xfrm>
          <a:prstGeom prst="rect">
            <a:avLst/>
          </a:prstGeom>
          <a:solidFill>
            <a:srgbClr val="BFBFBF"/>
          </a:solidFill>
          <a:ln/>
        </p:spPr>
        <p:txBody>
          <a:bodyPr/>
          <a:lstStyle/>
          <a:p>
            <a:endParaRPr lang="en-US"/>
          </a:p>
        </p:txBody>
      </p:sp>
      <p:sp>
        <p:nvSpPr>
          <p:cNvPr id="42" name="Text 39"/>
          <p:cNvSpPr/>
          <p:nvPr/>
        </p:nvSpPr>
        <p:spPr>
          <a:xfrm>
            <a:off x="1981200" y="5221337"/>
            <a:ext cx="2114550" cy="373261"/>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Blocking code</a:t>
            </a:r>
            <a:endParaRPr lang="en-US" sz="1950" dirty="0"/>
          </a:p>
        </p:txBody>
      </p:sp>
      <p:sp>
        <p:nvSpPr>
          <p:cNvPr id="43" name="Shape 40"/>
          <p:cNvSpPr/>
          <p:nvPr/>
        </p:nvSpPr>
        <p:spPr>
          <a:xfrm>
            <a:off x="4191000" y="5727948"/>
            <a:ext cx="5581650" cy="19050"/>
          </a:xfrm>
          <a:prstGeom prst="rect">
            <a:avLst/>
          </a:prstGeom>
          <a:solidFill>
            <a:srgbClr val="BFBFBF"/>
          </a:solidFill>
          <a:ln/>
        </p:spPr>
        <p:txBody>
          <a:bodyPr/>
          <a:lstStyle/>
          <a:p>
            <a:endParaRPr lang="en-US"/>
          </a:p>
        </p:txBody>
      </p:sp>
      <p:sp>
        <p:nvSpPr>
          <p:cNvPr id="44" name="Text 41"/>
          <p:cNvSpPr/>
          <p:nvPr/>
        </p:nvSpPr>
        <p:spPr>
          <a:xfrm>
            <a:off x="4362450" y="5221337"/>
            <a:ext cx="5406200" cy="373261"/>
          </a:xfrm>
          <a:prstGeom prst="rect">
            <a:avLst/>
          </a:prstGeom>
          <a:noFill/>
          <a:ln/>
        </p:spPr>
        <p:txBody>
          <a:bodyPr wrap="square" lIns="25400" tIns="25400" rIns="25400" bIns="25400" rtlCol="0" anchor="t">
            <a:normAutofit/>
          </a:bodyPr>
          <a:lstStyle/>
          <a:p>
            <a:pPr marL="0" indent="0" algn="l">
              <a:lnSpc>
                <a:spcPct val="96571"/>
              </a:lnSpc>
              <a:buNone/>
            </a:pPr>
            <a:r>
              <a:rPr lang="en-US" sz="1800" dirty="0">
                <a:solidFill>
                  <a:srgbClr val="000000"/>
                </a:solidFill>
                <a:latin typeface="Cascadia Mono" pitchFamily="34" charset="0"/>
                <a:ea typeface="Cascadia Mono" pitchFamily="34" charset="-122"/>
                <a:cs typeface="Cascadia Mono" pitchFamily="34" charset="-120"/>
              </a:rPr>
              <a:t>while (!Xbee.available()) </a:t>
            </a:r>
            <a:r>
              <a:rPr lang="en-US" sz="1950" dirty="0">
                <a:solidFill>
                  <a:srgbClr val="000000"/>
                </a:solidFill>
                <a:latin typeface="Segoe UI" pitchFamily="34" charset="0"/>
                <a:ea typeface="Segoe UI" pitchFamily="34" charset="-122"/>
                <a:cs typeface="Segoe UI" pitchFamily="34" charset="-120"/>
              </a:rPr>
              <a:t>inside loop()</a:t>
            </a:r>
            <a:endParaRPr lang="en-US" sz="1950" dirty="0"/>
          </a:p>
        </p:txBody>
      </p:sp>
      <p:sp>
        <p:nvSpPr>
          <p:cNvPr id="45" name="Shape 42"/>
          <p:cNvSpPr/>
          <p:nvPr/>
        </p:nvSpPr>
        <p:spPr>
          <a:xfrm>
            <a:off x="9772650" y="5727948"/>
            <a:ext cx="3714750" cy="19050"/>
          </a:xfrm>
          <a:prstGeom prst="rect">
            <a:avLst/>
          </a:prstGeom>
          <a:solidFill>
            <a:srgbClr val="BFBFBF"/>
          </a:solidFill>
          <a:ln/>
        </p:spPr>
        <p:txBody>
          <a:bodyPr/>
          <a:lstStyle/>
          <a:p>
            <a:endParaRPr lang="en-US"/>
          </a:p>
        </p:txBody>
      </p:sp>
      <p:sp>
        <p:nvSpPr>
          <p:cNvPr id="46" name="Text 43"/>
          <p:cNvSpPr/>
          <p:nvPr/>
        </p:nvSpPr>
        <p:spPr>
          <a:xfrm>
            <a:off x="9944100" y="5221337"/>
            <a:ext cx="3483293" cy="373261"/>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Heartbeat stops in the GCS</a:t>
            </a:r>
            <a:endParaRPr lang="en-US" sz="1950" dirty="0"/>
          </a:p>
        </p:txBody>
      </p:sp>
      <p:sp>
        <p:nvSpPr>
          <p:cNvPr id="47" name="Shape 44"/>
          <p:cNvSpPr/>
          <p:nvPr/>
        </p:nvSpPr>
        <p:spPr>
          <a:xfrm>
            <a:off x="1809750" y="6733729"/>
            <a:ext cx="2381250" cy="19050"/>
          </a:xfrm>
          <a:prstGeom prst="rect">
            <a:avLst/>
          </a:prstGeom>
          <a:solidFill>
            <a:srgbClr val="BFBFBF"/>
          </a:solidFill>
          <a:ln/>
        </p:spPr>
        <p:txBody>
          <a:bodyPr/>
          <a:lstStyle/>
          <a:p>
            <a:endParaRPr lang="en-US"/>
          </a:p>
        </p:txBody>
      </p:sp>
      <p:sp>
        <p:nvSpPr>
          <p:cNvPr id="48" name="Text 45"/>
          <p:cNvSpPr/>
          <p:nvPr/>
        </p:nvSpPr>
        <p:spPr>
          <a:xfrm>
            <a:off x="1981200" y="5918448"/>
            <a:ext cx="2114550"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Scope creep</a:t>
            </a:r>
            <a:endParaRPr lang="en-US" sz="1950" dirty="0"/>
          </a:p>
        </p:txBody>
      </p:sp>
      <p:sp>
        <p:nvSpPr>
          <p:cNvPr id="49" name="Shape 46"/>
          <p:cNvSpPr/>
          <p:nvPr/>
        </p:nvSpPr>
        <p:spPr>
          <a:xfrm>
            <a:off x="4191000" y="6733729"/>
            <a:ext cx="5581650" cy="19050"/>
          </a:xfrm>
          <a:prstGeom prst="rect">
            <a:avLst/>
          </a:prstGeom>
          <a:solidFill>
            <a:srgbClr val="BFBFBF"/>
          </a:solidFill>
          <a:ln/>
        </p:spPr>
        <p:txBody>
          <a:bodyPr/>
          <a:lstStyle/>
          <a:p>
            <a:endParaRPr lang="en-US"/>
          </a:p>
        </p:txBody>
      </p:sp>
      <p:sp>
        <p:nvSpPr>
          <p:cNvPr id="50" name="Text 47"/>
          <p:cNvSpPr/>
          <p:nvPr/>
        </p:nvSpPr>
        <p:spPr>
          <a:xfrm>
            <a:off x="4362450" y="5918448"/>
            <a:ext cx="5406200"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Unrequested “cleanup” of other functions</a:t>
            </a:r>
            <a:endParaRPr lang="en-US" sz="1950" dirty="0"/>
          </a:p>
        </p:txBody>
      </p:sp>
      <p:sp>
        <p:nvSpPr>
          <p:cNvPr id="51" name="Shape 48"/>
          <p:cNvSpPr/>
          <p:nvPr/>
        </p:nvSpPr>
        <p:spPr>
          <a:xfrm>
            <a:off x="9772650" y="6733729"/>
            <a:ext cx="3714750" cy="19050"/>
          </a:xfrm>
          <a:prstGeom prst="rect">
            <a:avLst/>
          </a:prstGeom>
          <a:solidFill>
            <a:srgbClr val="BFBFBF"/>
          </a:solidFill>
          <a:ln/>
        </p:spPr>
        <p:txBody>
          <a:bodyPr/>
          <a:lstStyle/>
          <a:p>
            <a:endParaRPr lang="en-US"/>
          </a:p>
        </p:txBody>
      </p:sp>
      <p:sp>
        <p:nvSpPr>
          <p:cNvPr id="52" name="Text 49"/>
          <p:cNvSpPr/>
          <p:nvPr/>
        </p:nvSpPr>
        <p:spPr>
          <a:xfrm>
            <a:off x="9944100" y="5918448"/>
            <a:ext cx="3483293"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Diff touches lines you didn’t expect</a:t>
            </a:r>
            <a:endParaRPr lang="en-US" sz="1950" dirty="0"/>
          </a:p>
        </p:txBody>
      </p:sp>
      <p:sp>
        <p:nvSpPr>
          <p:cNvPr id="53" name="Shape 50"/>
          <p:cNvSpPr/>
          <p:nvPr/>
        </p:nvSpPr>
        <p:spPr>
          <a:xfrm>
            <a:off x="1809750" y="7739509"/>
            <a:ext cx="2381250" cy="19050"/>
          </a:xfrm>
          <a:prstGeom prst="rect">
            <a:avLst/>
          </a:prstGeom>
          <a:solidFill>
            <a:srgbClr val="BFBFBF"/>
          </a:solidFill>
          <a:ln/>
        </p:spPr>
        <p:txBody>
          <a:bodyPr/>
          <a:lstStyle/>
          <a:p>
            <a:endParaRPr lang="en-US"/>
          </a:p>
        </p:txBody>
      </p:sp>
      <p:sp>
        <p:nvSpPr>
          <p:cNvPr id="54" name="Text 51"/>
          <p:cNvSpPr/>
          <p:nvPr/>
        </p:nvSpPr>
        <p:spPr>
          <a:xfrm>
            <a:off x="1981200" y="6924229"/>
            <a:ext cx="2114550"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b="1" dirty="0">
                <a:solidFill>
                  <a:srgbClr val="000000"/>
                </a:solidFill>
                <a:latin typeface="Segoe UI" pitchFamily="34" charset="0"/>
                <a:ea typeface="Segoe UI" pitchFamily="34" charset="-122"/>
                <a:cs typeface="Segoe UI" pitchFamily="34" charset="-120"/>
              </a:rPr>
              <a:t>Unverified claim</a:t>
            </a:r>
            <a:endParaRPr lang="en-US" sz="1950" dirty="0"/>
          </a:p>
        </p:txBody>
      </p:sp>
      <p:sp>
        <p:nvSpPr>
          <p:cNvPr id="55" name="Shape 52"/>
          <p:cNvSpPr/>
          <p:nvPr/>
        </p:nvSpPr>
        <p:spPr>
          <a:xfrm>
            <a:off x="4191000" y="7739509"/>
            <a:ext cx="5581650" cy="19050"/>
          </a:xfrm>
          <a:prstGeom prst="rect">
            <a:avLst/>
          </a:prstGeom>
          <a:solidFill>
            <a:srgbClr val="BFBFBF"/>
          </a:solidFill>
          <a:ln/>
        </p:spPr>
        <p:txBody>
          <a:bodyPr/>
          <a:lstStyle/>
          <a:p>
            <a:endParaRPr lang="en-US"/>
          </a:p>
        </p:txBody>
      </p:sp>
      <p:sp>
        <p:nvSpPr>
          <p:cNvPr id="56" name="Text 53"/>
          <p:cNvSpPr/>
          <p:nvPr/>
        </p:nvSpPr>
        <p:spPr>
          <a:xfrm>
            <a:off x="4362450" y="6924229"/>
            <a:ext cx="5406200"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“Tested and working”</a:t>
            </a:r>
            <a:endParaRPr lang="en-US" sz="1950" dirty="0"/>
          </a:p>
        </p:txBody>
      </p:sp>
      <p:sp>
        <p:nvSpPr>
          <p:cNvPr id="57" name="Shape 54"/>
          <p:cNvSpPr/>
          <p:nvPr/>
        </p:nvSpPr>
        <p:spPr>
          <a:xfrm>
            <a:off x="9772650" y="7739509"/>
            <a:ext cx="3714750" cy="19050"/>
          </a:xfrm>
          <a:prstGeom prst="rect">
            <a:avLst/>
          </a:prstGeom>
          <a:solidFill>
            <a:srgbClr val="BFBFBF"/>
          </a:solidFill>
          <a:ln/>
        </p:spPr>
        <p:txBody>
          <a:bodyPr/>
          <a:lstStyle/>
          <a:p>
            <a:endParaRPr lang="en-US"/>
          </a:p>
        </p:txBody>
      </p:sp>
      <p:sp>
        <p:nvSpPr>
          <p:cNvPr id="58" name="Text 55"/>
          <p:cNvSpPr/>
          <p:nvPr/>
        </p:nvSpPr>
        <p:spPr>
          <a:xfrm>
            <a:off x="9944100" y="6924229"/>
            <a:ext cx="3483293" cy="681930"/>
          </a:xfrm>
          <a:prstGeom prst="rect">
            <a:avLst/>
          </a:prstGeom>
          <a:noFill/>
          <a:ln/>
        </p:spPr>
        <p:txBody>
          <a:bodyPr wrap="square" lIns="25400" tIns="25400" rIns="25400" bIns="25400" rtlCol="0" anchor="t">
            <a:normAutofit/>
          </a:bodyPr>
          <a:lstStyle/>
          <a:p>
            <a:pPr marL="0" indent="0" algn="l">
              <a:lnSpc>
                <a:spcPct val="96571"/>
              </a:lnSpc>
              <a:buNone/>
            </a:pPr>
            <a:r>
              <a:rPr lang="en-US" sz="1950" dirty="0">
                <a:solidFill>
                  <a:srgbClr val="000000"/>
                </a:solidFill>
                <a:latin typeface="Segoe UI" pitchFamily="34" charset="0"/>
                <a:ea typeface="Segoe UI" pitchFamily="34" charset="-122"/>
                <a:cs typeface="Segoe UI" pitchFamily="34" charset="-120"/>
              </a:rPr>
              <a:t>The agent can’t reach KestrelSAT; you test</a:t>
            </a:r>
            <a:endParaRPr lang="en-US" sz="1950" dirty="0"/>
          </a:p>
        </p:txBody>
      </p:sp>
      <p:sp>
        <p:nvSpPr>
          <p:cNvPr id="59" name="Text 56"/>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60" name="Text 57"/>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17</a:t>
            </a:r>
            <a:endParaRPr lang="en-US" sz="1800" dirty="0"/>
          </a:p>
        </p:txBody>
      </p:sp>
      <p:pic>
        <p:nvPicPr>
          <p:cNvPr id="62" name="Image 0" descr="preencoded.png">
            <a:extLst>
              <a:ext uri="{FF2B5EF4-FFF2-40B4-BE49-F238E27FC236}">
                <a16:creationId xmlns:a16="http://schemas.microsoft.com/office/drawing/2014/main" id="{B29C46BB-062B-3F71-7ABA-5FB8A6FDB7B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Documenting GenAI Use</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Text 14"/>
          <p:cNvSpPr/>
          <p:nvPr/>
        </p:nvSpPr>
        <p:spPr>
          <a:xfrm>
            <a:off x="1809750" y="1714500"/>
            <a:ext cx="12027980" cy="838200"/>
          </a:xfrm>
          <a:prstGeom prst="rect">
            <a:avLst/>
          </a:prstGeom>
          <a:noFill/>
          <a:ln/>
        </p:spPr>
        <p:txBody>
          <a:bodyPr wrap="square" lIns="25400" tIns="25400" rIns="25400" bIns="25400" rtlCol="0" anchor="t">
            <a:normAutofit/>
          </a:bodyPr>
          <a:lstStyle/>
          <a:p>
            <a:pPr marL="0" indent="0" algn="l">
              <a:lnSpc>
                <a:spcPct val="105000"/>
              </a:lnSpc>
              <a:buNone/>
            </a:pPr>
            <a:r>
              <a:rPr lang="en-US" sz="2250" i="1" dirty="0">
                <a:solidFill>
                  <a:srgbClr val="000000"/>
                </a:solidFill>
                <a:latin typeface="Segoe UI" pitchFamily="34" charset="0"/>
                <a:ea typeface="Segoe UI" pitchFamily="34" charset="-122"/>
                <a:cs typeface="Segoe UI" pitchFamily="34" charset="-120"/>
              </a:rPr>
              <a:t>“This use of GenAI must be clearly documented as instructed, specifying how GenAI contributed and what the cadet did to revise or evaluate that content.”</a:t>
            </a:r>
            <a:endParaRPr lang="en-US" sz="2250" dirty="0"/>
          </a:p>
        </p:txBody>
      </p:sp>
      <p:sp>
        <p:nvSpPr>
          <p:cNvPr id="18" name="Text 15"/>
          <p:cNvSpPr/>
          <p:nvPr/>
        </p:nvSpPr>
        <p:spPr>
          <a:xfrm>
            <a:off x="1809750" y="2609850"/>
            <a:ext cx="12845415" cy="342900"/>
          </a:xfrm>
          <a:prstGeom prst="rect">
            <a:avLst/>
          </a:prstGeom>
          <a:noFill/>
          <a:ln/>
        </p:spPr>
        <p:txBody>
          <a:bodyPr wrap="square" lIns="25400" tIns="25400" rIns="25400" bIns="25400" rtlCol="0" anchor="t">
            <a:normAutofit/>
          </a:bodyPr>
          <a:lstStyle/>
          <a:p>
            <a:pPr marL="0" indent="0" algn="l">
              <a:buNone/>
            </a:pPr>
            <a:r>
              <a:rPr lang="en-US" sz="1800" dirty="0">
                <a:solidFill>
                  <a:srgbClr val="404040"/>
                </a:solidFill>
                <a:latin typeface="Segoe UI" pitchFamily="34" charset="0"/>
                <a:ea typeface="Segoe UI" pitchFamily="34" charset="-122"/>
                <a:cs typeface="Segoe UI" pitchFamily="34" charset="-120"/>
              </a:rPr>
              <a:t>GenAI Level 4, Lab 8 Guidance</a:t>
            </a:r>
            <a:endParaRPr lang="en-US" sz="1800" dirty="0"/>
          </a:p>
        </p:txBody>
      </p:sp>
      <p:sp>
        <p:nvSpPr>
          <p:cNvPr id="19" name="Text 16"/>
          <p:cNvSpPr/>
          <p:nvPr/>
        </p:nvSpPr>
        <p:spPr>
          <a:xfrm>
            <a:off x="1809750" y="3333750"/>
            <a:ext cx="1284541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Keep an AI_LOG.md in the repo, with one entry per session:</a:t>
            </a:r>
            <a:endParaRPr lang="en-US" sz="2100" dirty="0"/>
          </a:p>
        </p:txBody>
      </p:sp>
      <p:sp>
        <p:nvSpPr>
          <p:cNvPr id="20" name="Shape 17"/>
          <p:cNvSpPr/>
          <p:nvPr/>
        </p:nvSpPr>
        <p:spPr>
          <a:xfrm>
            <a:off x="1809750" y="3905250"/>
            <a:ext cx="11677650" cy="3070622"/>
          </a:xfrm>
          <a:prstGeom prst="roundRect">
            <a:avLst>
              <a:gd name="adj" fmla="val 1861"/>
            </a:avLst>
          </a:prstGeom>
          <a:solidFill>
            <a:srgbClr val="1E1E1E"/>
          </a:solidFill>
          <a:ln/>
        </p:spPr>
        <p:txBody>
          <a:bodyPr/>
          <a:lstStyle/>
          <a:p>
            <a:endParaRPr lang="en-US"/>
          </a:p>
        </p:txBody>
      </p:sp>
      <p:sp>
        <p:nvSpPr>
          <p:cNvPr id="21" name="Text 18"/>
          <p:cNvSpPr/>
          <p:nvPr/>
        </p:nvSpPr>
        <p:spPr>
          <a:xfrm>
            <a:off x="2076450" y="4114800"/>
            <a:ext cx="11494580" cy="2689622"/>
          </a:xfrm>
          <a:prstGeom prst="rect">
            <a:avLst/>
          </a:prstGeom>
          <a:noFill/>
          <a:ln/>
        </p:spPr>
        <p:txBody>
          <a:bodyPr wrap="none" lIns="25400" tIns="25400" rIns="25400" bIns="25400" rtlCol="0" anchor="t">
            <a:normAutofit/>
          </a:bodyPr>
          <a:lstStyle/>
          <a:p>
            <a:pPr marL="0" indent="0" algn="l">
              <a:lnSpc>
                <a:spcPct val="124286"/>
              </a:lnSpc>
              <a:buNone/>
            </a:pPr>
            <a:r>
              <a:rPr lang="en-US" sz="1800" dirty="0">
                <a:solidFill>
                  <a:srgbClr val="569CD6"/>
                </a:solidFill>
                <a:latin typeface="Cascadia Mono" pitchFamily="34" charset="0"/>
                <a:ea typeface="Cascadia Mono" pitchFamily="34" charset="-122"/>
                <a:cs typeface="Cascadia Mono" pitchFamily="34" charset="-120"/>
              </a:rPr>
              <a:t>## 2026-10-14 · Ground command 10 </a:t>
            </a:r>
            <a:r>
              <a:rPr lang="en-US" sz="1800" dirty="0">
                <a:solidFill>
                  <a:srgbClr val="D4D4D4"/>
                </a:solidFill>
                <a:highlight>
                  <a:srgbClr val="1E1E1E"/>
                </a:highlight>
                <a:latin typeface="Cascadia Mono" pitchFamily="34" charset="0"/>
                <a:ea typeface="Cascadia Mono" pitchFamily="34" charset="-122"/>
                <a:cs typeface="Cascadia Mono" pitchFamily="34" charset="-120"/>
              </a:rPr>
              <a:t>Session:      claude.ai/code link</a:t>
            </a:r>
            <a:endParaRPr lang="en-US" sz="1800" dirty="0"/>
          </a:p>
          <a:p>
            <a:pPr marL="0" indent="0" algn="l">
              <a:lnSpc>
                <a:spcPct val="124286"/>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Driver:       Cadet A    Reviewers: Cadets B, C</a:t>
            </a:r>
            <a:endParaRPr lang="en-US" sz="1800" dirty="0"/>
          </a:p>
          <a:p>
            <a:pPr marL="0" indent="0" algn="l">
              <a:lnSpc>
                <a:spcPct val="124286"/>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Prompts:      orientation, plan, implement, fix zero gZ</a:t>
            </a:r>
            <a:endParaRPr lang="en-US" sz="1800" dirty="0"/>
          </a:p>
          <a:p>
            <a:pPr marL="0" indent="0" algn="l">
              <a:lnSpc>
                <a:spcPct val="124286"/>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Agent made:   commits a1b2c3d, e4f5a6b (PR #3)</a:t>
            </a:r>
            <a:endParaRPr lang="en-US" sz="1800" dirty="0"/>
          </a:p>
          <a:p>
            <a:pPr marL="0" indent="0" algn="l">
              <a:lnSpc>
                <a:spcPct val="124286"/>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We changed:   gZ convention (matched lab6_run_test)</a:t>
            </a:r>
            <a:endParaRPr lang="en-US" sz="1800" dirty="0"/>
          </a:p>
          <a:p>
            <a:pPr marL="0" indent="0" algn="l">
              <a:lnSpc>
                <a:spcPct val="124286"/>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Verified:     GCS plot of all 5 channels, rotation test</a:t>
            </a:r>
            <a:endParaRPr lang="en-US" sz="1800" dirty="0"/>
          </a:p>
          <a:p>
            <a:pPr marL="0" indent="0" algn="l">
              <a:lnSpc>
                <a:spcPct val="124286"/>
              </a:lnSpc>
              <a:buNone/>
            </a:pPr>
            <a:r>
              <a:rPr lang="en-US" sz="1800" dirty="0">
                <a:solidFill>
                  <a:srgbClr val="D4D4D4"/>
                </a:solidFill>
                <a:highlight>
                  <a:srgbClr val="1E1E1E"/>
                </a:highlight>
                <a:latin typeface="Cascadia Mono" pitchFamily="34" charset="0"/>
                <a:ea typeface="Cascadia Mono" pitchFamily="34" charset="-122"/>
                <a:cs typeface="Cascadia Mono" pitchFamily="34" charset="-120"/>
              </a:rPr>
              <a:t>Issue found:  gZ, mX, mY read 0.00 on first upload</a:t>
            </a:r>
            <a:endParaRPr lang="en-US" sz="1800" dirty="0"/>
          </a:p>
        </p:txBody>
      </p:sp>
      <p:sp>
        <p:nvSpPr>
          <p:cNvPr id="22" name="Text 19"/>
          <p:cNvSpPr/>
          <p:nvPr/>
        </p:nvSpPr>
        <p:spPr>
          <a:xfrm>
            <a:off x="1809750" y="7905750"/>
            <a:ext cx="12845415"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The commit history and PR discussion are also part of the record.</a:t>
            </a:r>
            <a:endParaRPr lang="en-US" sz="2100" dirty="0"/>
          </a:p>
        </p:txBody>
      </p:sp>
      <p:sp>
        <p:nvSpPr>
          <p:cNvPr id="23" name="Text 20"/>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24" name="Text 21"/>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18</a:t>
            </a:r>
            <a:endParaRPr lang="en-US" sz="1800" dirty="0"/>
          </a:p>
        </p:txBody>
      </p:sp>
      <p:pic>
        <p:nvPicPr>
          <p:cNvPr id="26" name="Image 0" descr="preencoded.png">
            <a:extLst>
              <a:ext uri="{FF2B5EF4-FFF2-40B4-BE49-F238E27FC236}">
                <a16:creationId xmlns:a16="http://schemas.microsoft.com/office/drawing/2014/main" id="{00B7DFBD-8284-BFF9-70E5-172747306A7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543050" cy="10287000"/>
          </a:xfrm>
          <a:prstGeom prst="rect">
            <a:avLst/>
          </a:prstGeom>
          <a:solidFill>
            <a:srgbClr val="E6E6E6"/>
          </a:solidFill>
          <a:ln/>
        </p:spPr>
        <p:txBody>
          <a:bodyPr/>
          <a:lstStyle/>
          <a:p>
            <a:endParaRPr lang="en-US"/>
          </a:p>
        </p:txBody>
      </p:sp>
      <p:sp>
        <p:nvSpPr>
          <p:cNvPr id="4" name="Text 1"/>
          <p:cNvSpPr/>
          <p:nvPr/>
        </p:nvSpPr>
        <p:spPr>
          <a:xfrm>
            <a:off x="133350" y="2381250"/>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Overview</a:t>
            </a:r>
            <a:endParaRPr lang="en-US" sz="1800" dirty="0"/>
          </a:p>
        </p:txBody>
      </p:sp>
      <p:sp>
        <p:nvSpPr>
          <p:cNvPr id="5" name="Text 2"/>
          <p:cNvSpPr/>
          <p:nvPr/>
        </p:nvSpPr>
        <p:spPr>
          <a:xfrm>
            <a:off x="133350" y="276597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Example</a:t>
            </a:r>
            <a:endParaRPr lang="en-US" sz="1800" dirty="0"/>
          </a:p>
        </p:txBody>
      </p:sp>
      <p:sp>
        <p:nvSpPr>
          <p:cNvPr id="6" name="Text 3"/>
          <p:cNvSpPr/>
          <p:nvPr/>
        </p:nvSpPr>
        <p:spPr>
          <a:xfrm>
            <a:off x="133350" y="3150691"/>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1 Repo</a:t>
            </a:r>
            <a:endParaRPr lang="en-US" sz="1800" dirty="0"/>
          </a:p>
        </p:txBody>
      </p:sp>
      <p:sp>
        <p:nvSpPr>
          <p:cNvPr id="7" name="Text 4"/>
          <p:cNvSpPr/>
          <p:nvPr/>
        </p:nvSpPr>
        <p:spPr>
          <a:xfrm>
            <a:off x="133350" y="3535412"/>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2 Session</a:t>
            </a:r>
            <a:endParaRPr lang="en-US" sz="1800" dirty="0"/>
          </a:p>
        </p:txBody>
      </p:sp>
      <p:sp>
        <p:nvSpPr>
          <p:cNvPr id="8" name="Text 5"/>
          <p:cNvSpPr/>
          <p:nvPr/>
        </p:nvSpPr>
        <p:spPr>
          <a:xfrm>
            <a:off x="133350" y="3920133"/>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3 Connect</a:t>
            </a:r>
            <a:endParaRPr lang="en-US" sz="1800" dirty="0"/>
          </a:p>
        </p:txBody>
      </p:sp>
      <p:sp>
        <p:nvSpPr>
          <p:cNvPr id="9" name="Text 6"/>
          <p:cNvSpPr/>
          <p:nvPr/>
        </p:nvSpPr>
        <p:spPr>
          <a:xfrm>
            <a:off x="133350" y="430485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4 Commits</a:t>
            </a:r>
            <a:endParaRPr lang="en-US" sz="1800" dirty="0"/>
          </a:p>
        </p:txBody>
      </p:sp>
      <p:sp>
        <p:nvSpPr>
          <p:cNvPr id="10" name="Text 7"/>
          <p:cNvSpPr/>
          <p:nvPr/>
        </p:nvSpPr>
        <p:spPr>
          <a:xfrm>
            <a:off x="133350" y="4689574"/>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5 Adjudicate</a:t>
            </a:r>
            <a:endParaRPr lang="en-US" sz="1800" dirty="0"/>
          </a:p>
        </p:txBody>
      </p:sp>
      <p:sp>
        <p:nvSpPr>
          <p:cNvPr id="11" name="Text 8"/>
          <p:cNvSpPr/>
          <p:nvPr/>
        </p:nvSpPr>
        <p:spPr>
          <a:xfrm>
            <a:off x="133350" y="5074295"/>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Pitfalls</a:t>
            </a:r>
            <a:endParaRPr lang="en-US" sz="1800" dirty="0"/>
          </a:p>
        </p:txBody>
      </p:sp>
      <p:sp>
        <p:nvSpPr>
          <p:cNvPr id="12" name="Text 9"/>
          <p:cNvSpPr/>
          <p:nvPr/>
        </p:nvSpPr>
        <p:spPr>
          <a:xfrm>
            <a:off x="133350" y="545901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dirty="0">
                <a:solidFill>
                  <a:srgbClr val="000000"/>
                </a:solidFill>
                <a:latin typeface="Segoe UI" pitchFamily="34" charset="0"/>
                <a:ea typeface="Segoe UI" pitchFamily="34" charset="-122"/>
                <a:cs typeface="Segoe UI" pitchFamily="34" charset="-120"/>
              </a:rPr>
              <a:t>GenAI Docs</a:t>
            </a:r>
            <a:endParaRPr lang="en-US" sz="1800" dirty="0"/>
          </a:p>
        </p:txBody>
      </p:sp>
      <p:sp>
        <p:nvSpPr>
          <p:cNvPr id="13" name="Text 10"/>
          <p:cNvSpPr/>
          <p:nvPr/>
        </p:nvSpPr>
        <p:spPr>
          <a:xfrm>
            <a:off x="133350" y="5843736"/>
            <a:ext cx="1508760" cy="289471"/>
          </a:xfrm>
          <a:prstGeom prst="rect">
            <a:avLst/>
          </a:prstGeom>
          <a:noFill/>
          <a:ln/>
        </p:spPr>
        <p:txBody>
          <a:bodyPr wrap="square" lIns="25400" tIns="25400" rIns="25400" bIns="25400" rtlCol="0" anchor="t">
            <a:normAutofit/>
          </a:bodyPr>
          <a:lstStyle/>
          <a:p>
            <a:pPr marL="0" indent="0" algn="l">
              <a:lnSpc>
                <a:spcPct val="82500"/>
              </a:lnSpc>
              <a:buNone/>
            </a:pPr>
            <a:r>
              <a:rPr lang="en-US" sz="1800" b="1" dirty="0">
                <a:solidFill>
                  <a:srgbClr val="00B0F0"/>
                </a:solidFill>
                <a:latin typeface="Segoe UI" pitchFamily="34" charset="0"/>
                <a:ea typeface="Segoe UI" pitchFamily="34" charset="-122"/>
                <a:cs typeface="Segoe UI" pitchFamily="34" charset="-120"/>
              </a:rPr>
              <a:t>Teams</a:t>
            </a:r>
            <a:endParaRPr lang="en-US" sz="1800" dirty="0"/>
          </a:p>
        </p:txBody>
      </p:sp>
      <p:sp>
        <p:nvSpPr>
          <p:cNvPr id="14" name="Text 11"/>
          <p:cNvSpPr/>
          <p:nvPr/>
        </p:nvSpPr>
        <p:spPr>
          <a:xfrm>
            <a:off x="1600200" y="200025"/>
            <a:ext cx="10791825" cy="1019175"/>
          </a:xfrm>
          <a:prstGeom prst="rect">
            <a:avLst/>
          </a:prstGeom>
          <a:noFill/>
          <a:ln/>
        </p:spPr>
        <p:txBody>
          <a:bodyPr wrap="square" lIns="25400" tIns="25400" rIns="25400" bIns="25400" rtlCol="0" anchor="ctr">
            <a:normAutofit/>
          </a:bodyPr>
          <a:lstStyle/>
          <a:p>
            <a:pPr marL="0" indent="0" algn="l">
              <a:lnSpc>
                <a:spcPct val="75294"/>
              </a:lnSpc>
              <a:buNone/>
            </a:pPr>
            <a:r>
              <a:rPr lang="en-US" sz="4800" b="1" dirty="0">
                <a:solidFill>
                  <a:srgbClr val="000000"/>
                </a:solidFill>
                <a:latin typeface="Segoe UI" pitchFamily="34" charset="0"/>
                <a:ea typeface="Segoe UI" pitchFamily="34" charset="-122"/>
                <a:cs typeface="Segoe UI" pitchFamily="34" charset="-120"/>
              </a:rPr>
              <a:t>Working as a Team</a:t>
            </a:r>
            <a:endParaRPr lang="en-US" sz="4800" dirty="0"/>
          </a:p>
        </p:txBody>
      </p:sp>
      <p:sp>
        <p:nvSpPr>
          <p:cNvPr id="15" name="Text 12"/>
          <p:cNvSpPr/>
          <p:nvPr/>
        </p:nvSpPr>
        <p:spPr>
          <a:xfrm>
            <a:off x="12469564" y="133350"/>
            <a:ext cx="1189286"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000000"/>
                </a:solidFill>
                <a:latin typeface="Segoe UI" pitchFamily="34" charset="0"/>
                <a:ea typeface="Segoe UI" pitchFamily="34" charset="-122"/>
                <a:cs typeface="Segoe UI" pitchFamily="34" charset="-120"/>
              </a:rPr>
              <a:t>2026 Fall</a:t>
            </a:r>
            <a:endParaRPr lang="en-US" sz="2100" dirty="0"/>
          </a:p>
        </p:txBody>
      </p:sp>
      <p:sp>
        <p:nvSpPr>
          <p:cNvPr id="16" name="Shape 13"/>
          <p:cNvSpPr/>
          <p:nvPr/>
        </p:nvSpPr>
        <p:spPr>
          <a:xfrm>
            <a:off x="1657350" y="1219200"/>
            <a:ext cx="11925300" cy="66675"/>
          </a:xfrm>
          <a:prstGeom prst="rect">
            <a:avLst/>
          </a:prstGeom>
          <a:solidFill>
            <a:srgbClr val="000000"/>
          </a:solidFill>
          <a:ln/>
        </p:spPr>
        <p:txBody>
          <a:bodyPr/>
          <a:lstStyle/>
          <a:p>
            <a:endParaRPr lang="en-US"/>
          </a:p>
        </p:txBody>
      </p:sp>
      <p:sp>
        <p:nvSpPr>
          <p:cNvPr id="17" name="Text 14"/>
          <p:cNvSpPr/>
          <p:nvPr/>
        </p:nvSpPr>
        <p:spPr>
          <a:xfrm>
            <a:off x="1809750" y="1714500"/>
            <a:ext cx="12027980" cy="809625"/>
          </a:xfrm>
          <a:prstGeom prst="rect">
            <a:avLst/>
          </a:prstGeom>
          <a:noFill/>
          <a:ln/>
        </p:spPr>
        <p:txBody>
          <a:bodyPr wrap="square" lIns="25400" tIns="25400" rIns="25400" bIns="25400" rtlCol="0" anchor="t">
            <a:normAutofit/>
          </a:bodyPr>
          <a:lstStyle/>
          <a:p>
            <a:pPr marL="0" indent="0" algn="l">
              <a:lnSpc>
                <a:spcPct val="101250"/>
              </a:lnSpc>
              <a:buNone/>
            </a:pPr>
            <a:r>
              <a:rPr lang="en-US" sz="2250" dirty="0">
                <a:solidFill>
                  <a:srgbClr val="000000"/>
                </a:solidFill>
                <a:latin typeface="Segoe UI" pitchFamily="34" charset="0"/>
                <a:ea typeface="Segoe UI" pitchFamily="34" charset="-122"/>
                <a:cs typeface="Segoe UI" pitchFamily="34" charset="-120"/>
              </a:rPr>
              <a:t>An agent session belongs to one account, and teammates can’t join it. The GitHub repo is the team’s shared workspace.</a:t>
            </a:r>
            <a:endParaRPr lang="en-US" sz="2250" dirty="0"/>
          </a:p>
        </p:txBody>
      </p:sp>
      <p:sp>
        <p:nvSpPr>
          <p:cNvPr id="18" name="Text 15"/>
          <p:cNvSpPr/>
          <p:nvPr/>
        </p:nvSpPr>
        <p:spPr>
          <a:xfrm>
            <a:off x="1809750" y="3048000"/>
            <a:ext cx="6213158"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OPTION A</a:t>
            </a:r>
            <a:endParaRPr lang="en-US" sz="1800" dirty="0"/>
          </a:p>
        </p:txBody>
      </p:sp>
      <p:sp>
        <p:nvSpPr>
          <p:cNvPr id="19" name="Text 16"/>
          <p:cNvSpPr/>
          <p:nvPr/>
        </p:nvSpPr>
        <p:spPr>
          <a:xfrm>
            <a:off x="1809750" y="3505200"/>
            <a:ext cx="6213158" cy="476250"/>
          </a:xfrm>
          <a:prstGeom prst="rect">
            <a:avLst/>
          </a:prstGeom>
          <a:noFill/>
          <a:ln/>
        </p:spPr>
        <p:txBody>
          <a:bodyPr wrap="square" lIns="25400" tIns="25400" rIns="25400" bIns="25400" rtlCol="0" anchor="t">
            <a:normAutofit/>
          </a:bodyPr>
          <a:lstStyle/>
          <a:p>
            <a:pPr marL="0" indent="0" algn="l">
              <a:buNone/>
            </a:pPr>
            <a:r>
              <a:rPr lang="en-US" sz="2550" b="1" dirty="0">
                <a:solidFill>
                  <a:srgbClr val="000000"/>
                </a:solidFill>
                <a:latin typeface="Segoe UI" pitchFamily="34" charset="0"/>
                <a:ea typeface="Segoe UI" pitchFamily="34" charset="-122"/>
                <a:cs typeface="Segoe UI" pitchFamily="34" charset="-120"/>
              </a:rPr>
              <a:t>One driver</a:t>
            </a:r>
            <a:endParaRPr lang="en-US" sz="2550" dirty="0"/>
          </a:p>
        </p:txBody>
      </p:sp>
      <p:sp>
        <p:nvSpPr>
          <p:cNvPr id="20" name="Text 17"/>
          <p:cNvSpPr/>
          <p:nvPr/>
        </p:nvSpPr>
        <p:spPr>
          <a:xfrm>
            <a:off x="1809750" y="4095750"/>
            <a:ext cx="5817775"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One teammate with agent access runs the sessions.</a:t>
            </a:r>
            <a:endParaRPr lang="en-US" sz="2100" dirty="0"/>
          </a:p>
        </p:txBody>
      </p:sp>
      <p:sp>
        <p:nvSpPr>
          <p:cNvPr id="21" name="Text 18"/>
          <p:cNvSpPr/>
          <p:nvPr/>
        </p:nvSpPr>
        <p:spPr>
          <a:xfrm>
            <a:off x="1809750" y="4968180"/>
            <a:ext cx="5817775"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The others review plans and PRs, and test on hardware.</a:t>
            </a:r>
            <a:endParaRPr lang="en-US" sz="2100" dirty="0"/>
          </a:p>
        </p:txBody>
      </p:sp>
      <p:sp>
        <p:nvSpPr>
          <p:cNvPr id="22" name="Text 19"/>
          <p:cNvSpPr/>
          <p:nvPr/>
        </p:nvSpPr>
        <p:spPr>
          <a:xfrm>
            <a:off x="1809750" y="5840611"/>
            <a:ext cx="6213158"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Rotate the driver for each requirement.</a:t>
            </a:r>
            <a:endParaRPr lang="en-US" sz="2100" dirty="0"/>
          </a:p>
        </p:txBody>
      </p:sp>
      <p:sp>
        <p:nvSpPr>
          <p:cNvPr id="23" name="Text 20"/>
          <p:cNvSpPr/>
          <p:nvPr/>
        </p:nvSpPr>
        <p:spPr>
          <a:xfrm>
            <a:off x="7839075" y="3048000"/>
            <a:ext cx="6213158" cy="342900"/>
          </a:xfrm>
          <a:prstGeom prst="rect">
            <a:avLst/>
          </a:prstGeom>
          <a:noFill/>
          <a:ln/>
        </p:spPr>
        <p:txBody>
          <a:bodyPr wrap="square" lIns="25400" tIns="25400" rIns="25400" bIns="25400" rtlCol="0" anchor="t">
            <a:normAutofit/>
          </a:bodyPr>
          <a:lstStyle/>
          <a:p>
            <a:pPr marL="0" indent="0" algn="l">
              <a:buNone/>
            </a:pPr>
            <a:r>
              <a:rPr lang="en-US" sz="1800" b="1" kern="0" spc="75" dirty="0">
                <a:solidFill>
                  <a:srgbClr val="595959"/>
                </a:solidFill>
                <a:latin typeface="Segoe UI" pitchFamily="34" charset="0"/>
                <a:ea typeface="Segoe UI" pitchFamily="34" charset="-122"/>
                <a:cs typeface="Segoe UI" pitchFamily="34" charset="-120"/>
              </a:rPr>
              <a:t>OPTION B</a:t>
            </a:r>
            <a:endParaRPr lang="en-US" sz="1800" dirty="0"/>
          </a:p>
        </p:txBody>
      </p:sp>
      <p:sp>
        <p:nvSpPr>
          <p:cNvPr id="24" name="Text 21"/>
          <p:cNvSpPr/>
          <p:nvPr/>
        </p:nvSpPr>
        <p:spPr>
          <a:xfrm>
            <a:off x="7839075" y="3505200"/>
            <a:ext cx="6213158" cy="476250"/>
          </a:xfrm>
          <a:prstGeom prst="rect">
            <a:avLst/>
          </a:prstGeom>
          <a:noFill/>
          <a:ln/>
        </p:spPr>
        <p:txBody>
          <a:bodyPr wrap="square" lIns="25400" tIns="25400" rIns="25400" bIns="25400" rtlCol="0" anchor="t">
            <a:normAutofit/>
          </a:bodyPr>
          <a:lstStyle/>
          <a:p>
            <a:pPr marL="0" indent="0" algn="l">
              <a:buNone/>
            </a:pPr>
            <a:r>
              <a:rPr lang="en-US" sz="2550" b="1" dirty="0">
                <a:solidFill>
                  <a:srgbClr val="000000"/>
                </a:solidFill>
                <a:latin typeface="Segoe UI" pitchFamily="34" charset="0"/>
                <a:ea typeface="Segoe UI" pitchFamily="34" charset="-122"/>
                <a:cs typeface="Segoe UI" pitchFamily="34" charset="-120"/>
              </a:rPr>
              <a:t>Parallel drivers</a:t>
            </a:r>
            <a:endParaRPr lang="en-US" sz="2550" dirty="0"/>
          </a:p>
        </p:txBody>
      </p:sp>
      <p:sp>
        <p:nvSpPr>
          <p:cNvPr id="25" name="Text 22"/>
          <p:cNvSpPr/>
          <p:nvPr/>
        </p:nvSpPr>
        <p:spPr>
          <a:xfrm>
            <a:off x="7839075" y="4095750"/>
            <a:ext cx="5817775"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Each teammate runs sessions on their own requirement and branch. Tools can differ.</a:t>
            </a:r>
            <a:endParaRPr lang="en-US" sz="2100" dirty="0"/>
          </a:p>
        </p:txBody>
      </p:sp>
      <p:sp>
        <p:nvSpPr>
          <p:cNvPr id="26" name="Text 23"/>
          <p:cNvSpPr/>
          <p:nvPr/>
        </p:nvSpPr>
        <p:spPr>
          <a:xfrm>
            <a:off x="7839075" y="4968180"/>
            <a:ext cx="6213158" cy="398115"/>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Merge through PRs.</a:t>
            </a:r>
            <a:endParaRPr lang="en-US" sz="2100" dirty="0"/>
          </a:p>
        </p:txBody>
      </p:sp>
      <p:sp>
        <p:nvSpPr>
          <p:cNvPr id="27" name="Text 24"/>
          <p:cNvSpPr/>
          <p:nvPr/>
        </p:nvSpPr>
        <p:spPr>
          <a:xfrm>
            <a:off x="7839075" y="5480596"/>
            <a:ext cx="5817775"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Don’t have two sessions editing the same function.</a:t>
            </a:r>
            <a:endParaRPr lang="en-US" sz="2100" dirty="0"/>
          </a:p>
        </p:txBody>
      </p:sp>
      <p:sp>
        <p:nvSpPr>
          <p:cNvPr id="28" name="Text 25"/>
          <p:cNvSpPr/>
          <p:nvPr/>
        </p:nvSpPr>
        <p:spPr>
          <a:xfrm>
            <a:off x="1809750" y="7905750"/>
            <a:ext cx="12027980" cy="758130"/>
          </a:xfrm>
          <a:prstGeom prst="rect">
            <a:avLst/>
          </a:prstGeom>
          <a:noFill/>
          <a:ln/>
        </p:spPr>
        <p:txBody>
          <a:bodyPr wrap="square" lIns="25400" tIns="25400" rIns="25400" bIns="25400" rtlCol="0" anchor="t">
            <a:normAutofit/>
          </a:bodyPr>
          <a:lstStyle/>
          <a:p>
            <a:pPr marL="0" indent="0" algn="l">
              <a:lnSpc>
                <a:spcPct val="102162"/>
              </a:lnSpc>
              <a:buNone/>
            </a:pPr>
            <a:r>
              <a:rPr lang="en-US" sz="2100" dirty="0">
                <a:solidFill>
                  <a:srgbClr val="000000"/>
                </a:solidFill>
                <a:latin typeface="Segoe UI" pitchFamily="34" charset="0"/>
                <a:ea typeface="Segoe UI" pitchFamily="34" charset="-122"/>
                <a:cs typeface="Segoe UI" pitchFamily="34" charset="-120"/>
              </a:rPr>
              <a:t>Either way: add every teammate as a collaborator on the repo (Settings › Collaborators). Never share agent account login credentials.</a:t>
            </a:r>
            <a:endParaRPr lang="en-US" sz="2100" dirty="0"/>
          </a:p>
        </p:txBody>
      </p:sp>
      <p:sp>
        <p:nvSpPr>
          <p:cNvPr id="29" name="Text 26"/>
          <p:cNvSpPr/>
          <p:nvPr/>
        </p:nvSpPr>
        <p:spPr>
          <a:xfrm>
            <a:off x="4311968" y="9810750"/>
            <a:ext cx="5092065"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E2E2E"/>
                </a:solidFill>
                <a:latin typeface="Segoe UI" pitchFamily="34" charset="0"/>
                <a:ea typeface="Segoe UI" pitchFamily="34" charset="-122"/>
                <a:cs typeface="Segoe UI" pitchFamily="34" charset="-120"/>
              </a:rPr>
              <a:t>Astro 331 Lab #8</a:t>
            </a:r>
            <a:endParaRPr lang="en-US" sz="1800" dirty="0"/>
          </a:p>
        </p:txBody>
      </p:sp>
      <p:sp>
        <p:nvSpPr>
          <p:cNvPr id="30" name="Text 27"/>
          <p:cNvSpPr/>
          <p:nvPr/>
        </p:nvSpPr>
        <p:spPr>
          <a:xfrm>
            <a:off x="13336191" y="9810750"/>
            <a:ext cx="32265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2E2E2E"/>
                </a:solidFill>
                <a:latin typeface="Segoe UI" pitchFamily="34" charset="0"/>
                <a:ea typeface="Segoe UI" pitchFamily="34" charset="-122"/>
                <a:cs typeface="Segoe UI" pitchFamily="34" charset="-120"/>
              </a:rPr>
              <a:t>19</a:t>
            </a:r>
            <a:endParaRPr lang="en-US" sz="1800" dirty="0"/>
          </a:p>
        </p:txBody>
      </p:sp>
      <p:pic>
        <p:nvPicPr>
          <p:cNvPr id="32" name="Image 0" descr="preencoded.png">
            <a:extLst>
              <a:ext uri="{FF2B5EF4-FFF2-40B4-BE49-F238E27FC236}">
                <a16:creationId xmlns:a16="http://schemas.microsoft.com/office/drawing/2014/main" id="{CFECD2CA-051F-03FD-084F-288BB2E3156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675" y="28575"/>
            <a:ext cx="1295400" cy="145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D04762-FE77-4240-819D-89A9BC872299}">
  <ds:schemaRefs>
    <ds:schemaRef ds:uri="http://schemas.microsoft.com/sharepoint/v3/contenttype/forms"/>
  </ds:schemaRefs>
</ds:datastoreItem>
</file>

<file path=customXml/itemProps2.xml><?xml version="1.0" encoding="utf-8"?>
<ds:datastoreItem xmlns:ds="http://schemas.openxmlformats.org/officeDocument/2006/customXml" ds:itemID="{9D31ABB7-224F-46CD-A8F8-68F3D01CADF2}">
  <ds:schemaRefs>
    <ds:schemaRef ds:uri="http://schemas.microsoft.com/office/2006/metadata/properties"/>
    <ds:schemaRef ds:uri="http://schemas.microsoft.com/office/infopath/2007/PartnerControls"/>
    <ds:schemaRef ds:uri="http://schemas.microsoft.com/sharepoint/v3"/>
    <ds:schemaRef ds:uri="723aa48c-73f2-40da-86b1-f1ae286477fe"/>
    <ds:schemaRef ds:uri="7584c457-6b5a-4caa-be47-be979cbe6555"/>
  </ds:schemaRefs>
</ds:datastoreItem>
</file>

<file path=customXml/itemProps3.xml><?xml version="1.0" encoding="utf-8"?>
<ds:datastoreItem xmlns:ds="http://schemas.openxmlformats.org/officeDocument/2006/customXml" ds:itemID="{9380C5FE-8762-4F82-958C-763BA55297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otalTime>11</TotalTime>
  <Words>3863</Words>
  <Application>Microsoft Office PowerPoint</Application>
  <PresentationFormat>Custom</PresentationFormat>
  <Paragraphs>625</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Cascadia Mono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Harris, Wyatt J Lt Col USAF USAFA AW/ESAS</cp:lastModifiedBy>
  <cp:revision>1</cp:revision>
  <dcterms:created xsi:type="dcterms:W3CDTF">2026-09-30T18:58:13Z</dcterms:created>
  <dcterms:modified xsi:type="dcterms:W3CDTF">2026-10-05T18:53:04Z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